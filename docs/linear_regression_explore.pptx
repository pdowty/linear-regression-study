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4" r:id="rId2"/>
    <p:sldId id="275" r:id="rId3"/>
    <p:sldId id="258" r:id="rId4"/>
    <p:sldId id="262" r:id="rId5"/>
    <p:sldId id="270" r:id="rId6"/>
    <p:sldId id="263" r:id="rId7"/>
    <p:sldId id="256" r:id="rId8"/>
    <p:sldId id="271" r:id="rId9"/>
    <p:sldId id="272" r:id="rId10"/>
    <p:sldId id="257" r:id="rId11"/>
    <p:sldId id="264" r:id="rId12"/>
    <p:sldId id="259" r:id="rId13"/>
    <p:sldId id="265" r:id="rId14"/>
    <p:sldId id="260" r:id="rId15"/>
    <p:sldId id="273" r:id="rId16"/>
    <p:sldId id="269" r:id="rId17"/>
    <p:sldId id="266" r:id="rId18"/>
    <p:sldId id="268" r:id="rId19"/>
    <p:sldId id="276" r:id="rId20"/>
    <p:sldId id="277" r:id="rId21"/>
    <p:sldId id="278" r:id="rId22"/>
    <p:sldId id="279" r:id="rId23"/>
    <p:sldId id="267" r:id="rId24"/>
    <p:sldId id="261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C1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49" autoAdjust="0"/>
    <p:restoredTop sz="94623"/>
  </p:normalViewPr>
  <p:slideViewPr>
    <p:cSldViewPr snapToGrid="0">
      <p:cViewPr varScale="1">
        <p:scale>
          <a:sx n="132" d="100"/>
          <a:sy n="132" d="100"/>
        </p:scale>
        <p:origin x="832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te Dowty" userId="91aba14b6835b0ae" providerId="LiveId" clId="{660F8803-2738-5EFD-95AE-06E7480F19FB}"/>
    <pc:docChg chg="modSld">
      <pc:chgData name="Pete Dowty" userId="91aba14b6835b0ae" providerId="LiveId" clId="{660F8803-2738-5EFD-95AE-06E7480F19FB}" dt="2025-12-07T18:38:40.016" v="225" actId="20577"/>
      <pc:docMkLst>
        <pc:docMk/>
      </pc:docMkLst>
      <pc:sldChg chg="modSp mod">
        <pc:chgData name="Pete Dowty" userId="91aba14b6835b0ae" providerId="LiveId" clId="{660F8803-2738-5EFD-95AE-06E7480F19FB}" dt="2025-12-07T18:26:34.014" v="16" actId="1036"/>
        <pc:sldMkLst>
          <pc:docMk/>
          <pc:sldMk cId="3077924123" sldId="257"/>
        </pc:sldMkLst>
        <pc:spChg chg="mod">
          <ac:chgData name="Pete Dowty" userId="91aba14b6835b0ae" providerId="LiveId" clId="{660F8803-2738-5EFD-95AE-06E7480F19FB}" dt="2025-12-07T18:26:34.014" v="16" actId="1036"/>
          <ac:spMkLst>
            <pc:docMk/>
            <pc:sldMk cId="3077924123" sldId="257"/>
            <ac:spMk id="5" creationId="{5681EDF3-62A1-45EE-9F36-960D07433D4B}"/>
          </ac:spMkLst>
        </pc:spChg>
      </pc:sldChg>
      <pc:sldChg chg="modSp mod">
        <pc:chgData name="Pete Dowty" userId="91aba14b6835b0ae" providerId="LiveId" clId="{660F8803-2738-5EFD-95AE-06E7480F19FB}" dt="2025-12-07T18:38:40.016" v="225" actId="20577"/>
        <pc:sldMkLst>
          <pc:docMk/>
          <pc:sldMk cId="1425811221" sldId="261"/>
        </pc:sldMkLst>
        <pc:spChg chg="mod">
          <ac:chgData name="Pete Dowty" userId="91aba14b6835b0ae" providerId="LiveId" clId="{660F8803-2738-5EFD-95AE-06E7480F19FB}" dt="2025-12-07T18:38:40.016" v="225" actId="20577"/>
          <ac:spMkLst>
            <pc:docMk/>
            <pc:sldMk cId="1425811221" sldId="261"/>
            <ac:spMk id="3" creationId="{FBFB9454-AF55-EABA-6C9C-5DEF944C14CB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7T16:33:15.228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596 274 8061,'8'18'170,"-6"-7"873,4 0-164,-12-7 0,4 2 1813,-4-12-1881,4 4 1,2-3 0,0 10 0,0 7-268,0 3 1,0 6 0,0 6-1,0 9-110,0 6 0,0 5 1,0 10-1,0 8-638,0 7 0,-5-3 0,-1 1 0,2-7-371,2-4 1,2-8 0,0-9 0,0-6-753,0-9 0,-2-6-11,-3-4 1,3-9-1,-4-10-198,4-14 1,2-3 1535,0-9 0,-7-1 0,-3-5 0</inkml:trace>
  <inkml:trace contextRef="#ctx0" brushRef="#br0" timeOffset="300">117 583 8053,'-17'5'149,"0"1"0,-1-2 306,1-2 1,0-2 42,0 0 1,8-2 0,5-4 0,8-5 185,7-4 0,14-4 1,9-2-1,12-4-361,9-2 0,13-3 1,10-8-1,2-4-351,0-2 1,0 4 0,6-4 0,-1 3-856,1 2 0,-16 3 0,-7 4 0,-10 3 883,-7 7 0,-4 3 0,-8 1 0</inkml:trace>
  <inkml:trace contextRef="#ctx0" brushRef="#br0" timeOffset="649">1213 840 7831,'-10'13'306,"5"2"1,1 6 177,-2 4 1,4 7-1,-3 10 1,1 7-530,-2 5 1,4-3 0,-6 12 0,3 2-316,-1 1 1,0-5-1,6-6 1,0-7-592,0-8 1,0-12 950,0-5 0,-7-11 0,-3-5 0</inkml:trace>
  <inkml:trace contextRef="#ctx0" brushRef="#br0" timeOffset="932">1076 908 7831,'0'-17'4,"0"0"0,2 0 0,3 0 231,7-1 0,5-1 1,6-3-1,5-5 631,5 0 0,9-5 0,5 3 1,6-3-495,5-2 0,2 7 1,-6 4-1,-7 6-288,-3 6 0,-6 3 0,-9 10 0,-8 6-34,-8 9 0,-7 8 0,-14 11 0,-9 4-175,-10 5 0,-5 5 0,-4-1 0,-2-1-458,-2-2 0,0-7 0,4 5 0,-1-2-21,3-4 1,-2-4 0,11-5 0,1-8-1443,-1-8 2046,10 2 0,-1-20 0,7 3 0</inkml:trace>
  <inkml:trace contextRef="#ctx0" brushRef="#br0" timeOffset="2073">836 668 7454,'-9'2'1245,"3"4"-865,4 5 0,2 5 0,2 3 0,2 2-338,1 1 1,9 3 0,-3-4 0,4 4-300,2 1 1,1-5 0,-1 4 0,-2-2-646,-4 0 0,5 0 902,-5-6 0,-3 0 0,-1 0 0</inkml:trace>
  <inkml:trace contextRef="#ctx0" brushRef="#br0" timeOffset="2267">1093 583 7939,'-6'11'0,"-1"1"445,-3 1 1,6 4 0,-3 8 0,1 9 59,0 10 1,-5 11 0,3 4 0,-1 4-461,-5 7 0,-1 0 1,0 10-1,2 0-590,1-2 1,1 6 0,-6-4 544,0 4 0,-8 1 0,-2 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7T16:33:22.561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103 737 8175,'0'10'5136,"0"-3"-4241,0-7 1,-2 0-527,-3 0 1,1 2-1,-7 2-225,-3 2 1,5 9 0,-3 0 0,1 6-186,1 0 0,-3 6 1,7-1-1,3 3-284,1 0 0,2-9 0,0 3 1,2-6-16,3-5 0,10-6 0,10-12 1,2-6 70,3-3 1,1-10 0,-1-5 0,-3-6 102,-2-4 1,-5 0 0,-6 8 0,-5 1 26,-1 3 0,-2 7 0,-8-2 0,-4 4-329,-5 2 1,-5 7-1,-1 4 1,0 3-826,0-3 0,0 4 1293,0-4 0,7 4 0,3 2 0</inkml:trace>
  <inkml:trace contextRef="#ctx0" brushRef="#br0" timeOffset="333">617 1028 7838,'-17'16'486,"2"-3"-269,3-2 1,-1-5 0,5 4 591,-1-3 0,3-1-46,-5-6 0,5-2-500,-5-4 0,7-3 0,-2-10 0,2-2-44,-1-2 1,3-7 0,-6 1-1,2-3-181,1-3 1,-1-6-1,6-5 1,0-5-460,0-7 1,0-4 0,4-13 0,5-3-268,8 0 0,6-3 0,0 8 1,4 7 449,-1 7 1,7 13-1,-7 10 1,1 11 59,-4 14 0,-4 7 1,-4 6-1,-2 4-22,-1 5 1,-3 10 0,5 4 0,-3 1-864,2 5 1063,-5 1 0,7 2 0,-5 1 0</inkml:trace>
  <inkml:trace contextRef="#ctx0" brushRef="#br0" timeOffset="501">566 823 7838,'-17'0'41,"3"-2"923,9-4 0,7-1 1,17-8-1,3-1-599,7-3 0,11-7 0,6 1 0,3-2-913,2-3 1,1-3 0,1-3 547,4-4 0,4 4 0,8-6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7T16:33:21.528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134 269 7894,'0'9'-1535,"0"1"1484,0-4 737,0-5-480,0 7 1,-2-8 173,-4 0 1,4 2 95,-4 4 1,-1-3-1,1 9 377,2 1 0,-3-3-228,1 1 1,0 1-288,6 5 0,0 0-238,0 0 1,2-8-317,4-3 0,3-4 0,8-4-35,1-4 1,-1-3-1,-2-8 1,-2-2 67,-1-4 1,-3 4 0,3-4 0,-7 4 43,-3 2 0,-2 6 232,0-1 0,-7 8 0,-5-1 1,-5 5 108,-6 5 0,4 7 0,-6 9 0,3 3 38,-1 3 1,2-4-1,7 5 1,5 1-250,1-2 0,-3 3 0,5-7 0,4-2-482,6-2 0,6-4 1,9-2-1,2-3-495,1-3 0,9-1 1,-3-6 985,5 0 0,1-7 0,0-3 0</inkml:trace>
  <inkml:trace contextRef="#ctx0" brushRef="#br0" timeOffset="367">750 115 7840,'11'-17'61,"1"-1"0,-6 1 0,3 0 297,-1 0 1,-3 6-1,-7 1 152,-3 3 1,-10 8 0,-8 11 0,0 5-114,-2 6 0,4 3 0,-7 9 1,-1-1-108,2 0 0,1 0 0,7 1 0,0-3-179,4-3 1,3 3 0,1-5 0,5-1-170,4-3 0,6-4 0,5-4-69,9-3 1,8-5 0,-1-7 0,0 0 57,-1 0 1,5-5 0,-6-1-1,-2 2 25,-2 2 0,-4 0-70,-4-3 1,-5 10 0,-14 3-375,-9 11 0,-2 2 0,-11 7 488,-6 3 0,-6 9 0,-9 4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7T16:33:27.559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272 240 7781,'23'-17'0,"0"0"0,-2 0 262,-2 0 1,-4 0 0,-1 2 0,-5 1 1349,-1 3-1056,-3-1 1,-6-3-1,-5 4-108,-6 5 0,-3 4 0,-2 2 0,-2 2-17,-4 4 0,-1 3 0,-7 10 0,3 4-50,-3 6 1,4 5-1,-1 8 1,-3 9-25,-1 10 1,5 8 0,5 5-1,5 6-490,5 3 1,6 7 0,14-4 0,11-10-454,13-10 0,18-16 0,13-18 0,5-13-328,6-11 1,4-22-1,6-8 1,-2-11 194,-2-7 0,-4-4 0,-4-5 0,-15 1 114,-13 3 1,-10 1 0,-5-4 0,-8 5 604,-8 1 0,-5-4 0,-8 4 0,0-2 0,-8-9 0,-1-8 0</inkml:trace>
  <inkml:trace contextRef="#ctx0" brushRef="#br0" timeOffset="335">975 1 9569,'0'17'676,"0"9"0,-2 11 1,-4 12-114,-5 12 0,1 9 0,-1 8 0,-3 10-359,-1 5 1,-8 4 0,11-46-1,0-1 1,-13 45-389,0-9 0,4-18 0,8-16 1,3-12-109,3-10 0,1-11-71,6-7 0,0-11 0,0-1 0,2-9-3,4-6 0,3-8 1,8-2-1,0-2 286,0-3 0,1-2 0,1-3 0,2 1 192,1 0 0,3 0 0,-4 1 1,2 5 269,-2 5 0,-2 4 0,0 2 0,2 2 129,2 3 0,-1 5 0,-4 10 0,-3 7-108,-4 7 0,4 13 1,-3 3-1,1 5-395,-1 0 1,1 4 0,-5 0-1,-1 0-432,1-1 1,5-1-1,-3-5 1,1-3-441,0-4 0,1 1 1,5-12-1,2-7-124,4-7 1,-2-4 0,7-5 987,3-6 0,1-10 0,2-5 0</inkml:trace>
  <inkml:trace contextRef="#ctx0" brushRef="#br0" timeOffset="1018">1745 686 7781,'-23'0'74,"-1"0"0,-1 2 161,0 3 1,2 5-1,6 7 1,-2 0 370,-4 0 0,6 6 0,-2 0 1,8-2-291,3-2 1,2 4 0,6-1-1,0 1-460,0 2 0,2-6 1,4 4-43,6-4 0,3-8 0,2-1 0,0-3 18,0-3 0,6-4 0,2-5 0,-1-7-23,1-3 0,4-2 0,-5 0 0,1-2 25,0-4 1,-2 2-1,-6-6 1,0 3 212,0 3 1,0 2-1,0 1 1,-1 1 1300,-5 0-773,-3 0 0,-10 9 0,-2 8-254,-2 10 1,-5 5-1,5 2 1,0 0-223,-1 1 0,5 4 1,-4 1-1,4-2-247,2-2 0,0 4 1,0 0-1,0-2-199,0-2 0,0-8 0,2-1 0,4-1 35,5 1 1,4-6-1,3 1 1,-1-5-181,0-5 0,6-5 0,1-7 0,1 0 60,0 0 0,5-8 1,-3-4-1,2-1 242,-1 1 0,-5-3 1,4 5-1,-1 1 49,1 3 0,-6-2 1,2 4-1,-6 4 592,-6 4 275,4 9 1,-13 4-1,4 11 1,-4 5 131,-2 1 0,0 0 0,0 2 1,0 2-416,0 2 0,0 5 0,0-3 0,0 2-281,0 3 0,0-5 0,0 0 0,0-3 53,0 1 1,0 0-1260,0-6 0,2-7 465,3-5 0,5-16 1,7-6-1,0-4 206,0-4 1,0-1 0,3-9 0,0 3 210,3 3 1,0-1 0,-6 5-1,0 1 201,0-1 1,1 4 0,-3 8 281,-4 1 0,4 10-285,-3 2 0,-4 8 0,-1 9 0,-1 0-489,0 0 1,7 0 0,-2 0 452,4 1 0,3-1 0,-1 0 0</inkml:trace>
  <inkml:trace contextRef="#ctx0" brushRef="#br0" timeOffset="1519">3081 686 7752,'-27'11'493,"5"1"1,2-7-1,3 9 1,0 3 58,0 4 0,0 11 1,2 0-1,1 8 110,3 4 0,2 4 0,-5 7 0,3 2-152,-3-2 0,-3 0 0,-5 2 1,-7 4-386,-3 0 1,-3 2-1,1-10 1,-2-5-49,-4-5 0,6-4 0,0-13-157,9-9 1,8-9 0,5-16-347,7-9 1,5-8 0,5-9 0,7-2-127,3-4 1,10-4 0,3-7 0,4 0 62,3-1 0,-1 1 0,2-1 1,2 3 394,2 3 1,0 4 0,-6 10 0,1 4 266,-1 5 0,0 4 1,-2 3-1,-1 5 429,-3 5 0,1 4 1,5 4-1,-1 2-69,-5 2 0,4 0 1,-3-6-1,3 0-207,3 0 0,1-8 1,2-3-1,4-7-331,1-4 0,-3-5 0,4-7 0,-2-1-319,-4 1 0,-4 2 0,-5 1 0,-6 3 56,-4-3 0,-10 7 1,-3 1-1,-6 6 273,-6 5 0,-11 7 0,-13 10 0,-6 9 611,-4 7 1,-8 5-1,4 10 1,0 4-142,5 6 0,2-2 1,5 1-1,3 3-501,7 1 0,5-5 0,5-4 0,8-2-778,8 2 0,15-11 0,15-3 1,14-10-1476,13-11 2279,9-3 0,23-17 0,3-4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7T16:33:23.763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189 497 7902,'0'-12'-751,"0"1"918,0-2 1,0-3 0,0-1 0,0 0 487,0 0 0,0 0 1,0 0 412,0 0 0,0-1-311,0 1 0,-2 10-486,-4 7 0,3 15 1,-9 13-1,1 7-148,1 5 0,-5-2 0,4 7 0,-3 3-719,3 1 0,-4 1 0,3-3 1,-1-1-115,1 2 0,-1-8 0,5-4-2145,-1-6 2367,5-9 1,-3-11-1,7-18 488,0-11 0,7-8 0,3-7 0</inkml:trace>
  <inkml:trace contextRef="#ctx0" brushRef="#br0" timeOffset="331">189 274 7900,'21'-27'0,"-6"5"192,-5 3 0,1 7 0,-5 5 484,-2 5 0,-1 5 0,1 16 0,2 6-128,-2 9 1,3 8-1,-1 12 1,-2 3 39,-2 5 1,3 7-1,3 5 1,0 6-477,-1 4 0,5-4 0,-5-2 0,3-2-195,3-4 0,-3-17 0,1-11 0,2-12-4,3-9 0,-5-11 0,0-7 0,3-5 111,1-5 0,-4-12 0,1-12 0,1-5 234,2-6 0,2-4 0,1-9 0,-1-2-89,0-2 0,0-8 0,0 2 0,0-4-568,0-1 0,-3-2 1,1-5-1,4-5-224,0-3 1,-2 12 0,-4 10 0,-3 14-233,-3 13 0,5 18 510,-6 22 0,1 11 0,-3 19 1,2 4-71,-2 6 0,-3 3 0,-1 3 0,2-1 415,4 1 0,4 7 0,7 1 0</inkml:trace>
  <inkml:trace contextRef="#ctx0" brushRef="#br0" timeOffset="665">1079 805 7870,'0'-17'263,"0"0"0,0 0 0,0-1 0,0 1 47,0 0 1,0 0-1,0 0 1,0 0-20,0 0 1,0 0-1,0-1 1,0 1 24,0 0 0,0 0 0,-1 2-89,-5 3 0,2-1 0,-7 9-127,-3 6 0,-1 6 1,-2 9-1,-2 2 50,-4 4 0,4 5 0,-4 10 0,4 2-69,2-2 1,8 4-1,3-2 1,4-2-149,2-2 1,0-7-1,2-4 1,4-4-44,5-6 1,12-9 0,5-3-1,5-6-5,1-9 0,2-11 1,2-5-1,2-6-140,-2-6 0,-4 3 0,-5-3 1,-6 2-71,-4-2 0,-10 4 0,-3-2 1,-4 6-221,-2 3 1,-2 8-1,-4-1 1,-5 3-473,-4 1 0,-2 7 1017,-1 0 0,1-1 0,0-5 0</inkml:trace>
  <inkml:trace contextRef="#ctx0" brushRef="#br0" timeOffset="982">1371 617 7845,'11'17'0,"-2"2"228,-1 4 0,0-3 0,-4 9 1,1 0 117,-1-3 0,-4 7 1,-4-7-1,-3 3-43,-3-1 1,4-7 0,-5 4-1,0-2-89,1 0 1,-3-1 0,5-6 0,0-3 115,1-2-499,-6-7 0,11-6 0,-4-13-67,4-6 1,2-4-1,2 3 1,4-7-39,5-3 0,4-3 0,2 1 0,1 2 234,-1 3 0,-6-1 0,1 7 0,1 0 213,2-2 0,2 12 0,0-2 0,0 5 90,1 7 0,-1 1 0,-2 4 1,-2 3-87,-1 7 1,-1 11-1,6 5 1,0 4-530,0 3 1,1-3 0,-1-2 0,0-1-1833,0 1 2184,0 3 0,0 1 0,0 0 0</inkml:trace>
  <inkml:trace contextRef="#ctx0" brushRef="#br0" timeOffset="1166">2090 788 7823,'-6'11'157,"0"1"-91,3 1 1,1-4 0,4 1 0,3-2-14,7-5 0,3 5 1,4-2-1,2-2-1284,2-3 1231,7-1 0,-3-7 0,7-3 0</inkml:trace>
  <inkml:trace contextRef="#ctx0" brushRef="#br0" timeOffset="1715">2689 188 7833,'6'-17'-85,"0"0"0,-1 0 1,-5 0-1,2 2 827,4 3 1,-2-1 0,7 7 224,2 2 0,-5 10 0,-2 8 0,-4 6-309,-2 9 1,0 9 0,0 6 0,0 3-330,0 7 0,-2 3 0,-4-2 0,-5 4-236,-5 2 0,3 2 1,-2 5-1,-4 1-322,0-1 1,2-7 0,3-4 0,5-6-59,1-5 1,3-6-1,5-11 1,0-7 71,0-3 0,1-7 0,5-3 0,6-1 123,3-4 1,4-4 0,2-6 0,4-5 41,1-5 1,3-1 0,5 0 0,0-2-383,0-4 1,-5 4 0,0-4 0,1 3-262,2-3 1,-5 4 0,-4-2-1,-2 4-359,2 0 1,-4 9 1051,3-9 0,-3-4 0,-1-6 0</inkml:trace>
  <inkml:trace contextRef="#ctx0" brushRef="#br0" timeOffset="1914">3357 668 8158,'-27'17'0,"3"0"714,-1 0 0,6 0 0,-4 1 0,6 1-466,6 3 0,-5-1 0,7 6 1,-1 0-72,5-1 1,-3 1 0,2 3 0,2-3-240,3-2 0,2-2 0,3-6-600,2 0 0,7-2 1,-1-4-1,3-7 662,2-8 0,8-5 0,1-8 0</inkml:trace>
  <inkml:trace contextRef="#ctx0" brushRef="#br0" timeOffset="2397">3631 651 7785,'-6'17'441,"-1"0"0,-1 0 111,1 0 1,-5 2 0,4 2-1,1 4-341,-1 2 1,-3-1 0,5 3 0,2-6-61,2-4 1,2-2-1,0 0-415,0 0 1,2-2 0,4-3-368,5-7 1,5-12-1,1-8 159,0-6 0,2-2 1,2 4-1,2-2 204,-2-2 1,-2 0-1,-2 6 1,0-2 219,0-4 0,6 10 1,0-4-1,-2 3 402,-2 5 0,-2-4 0,0 7 320,0 2 1,-2 10 0,-1 5 0,-5 4-106,-1 3 0,3 4 0,-3 3 0,-1 0-316,1 0 0,5 3 1,-1-5-1,3-2-239,2-2 1,6-8 0,0-1 0,0-3-171,1-3 0,1-4 0,4-5 0,-5-7-214,1-3 0,-6-4 0,4-2 1,-4-2 33,-2 2 0,-7-4 0,-5 3 315,-3 1 1,-9 4 0,-5 5-1,-5 6 225,-6 5 0,-3 8 0,-7 7 0,3 5 73,1 3 1,8 7 0,-3-4 0,1 1-413,0 5 1,6-5 0,7 1 0,3 0-200,3-1 1,4-5-1,6 2 1,7-6-503,8-5 1,5-5 0,11-7 835,3 0 0,3-7 0,9-3 0</inkml:trace>
  <inkml:trace contextRef="#ctx0" brushRef="#br0" timeOffset="2746">4727 719 7785,'-27'2'587,"5"2"0,1 2-529,-2-2 0,4 3 0,-2 1 0,6-1 136,3 1 1,1 5-1,-6-3 1,1 1 564,5 1 0,3-1 0,8 6-614,0 0 0,0-5 0,2-1-407,4 2 1,-2-3 0,9 0 0,4-3 41,4-3 0,4-2 0,-4-4 0,4-2-23,1-2 0,-3-7 0,4 2 1,-1-6 61,1-6 0,-6 7 0,4-3 1,-2 2 245,-1 4 1,1 0 0,-6-4 123,0-1 1,1 3 273,-1 4 1,-8 5-1,-3 12 1,-4 7-73,-2 8 1,-6 0-1,-1 6 1,-1-1-345,0 1 1,1 0 0,3 1 0,-2-3-1055,2 0 1,2-10 320,2 8 0,2-16 1,4 3 685,5-12 0,12-15 0,4-10 0</inkml:trace>
  <inkml:trace contextRef="#ctx0" brushRef="#br0" timeOffset="3032">5241 651 7767,'-2'15'739,"-2"-2"0,-3 1-346,-3 5 1,4 0-1,-3 7 1,1-1 109,4-4 0,-3 4 0,1-2 0,2-2-262,2-2 1,2-2 0,2-2-71,4-4 1,-2 3 0,7-11-142,2-4 1,3-7 0,1-9 0,0-2-233,0-4 1,6 4 0,0-6-1,-2 2 56,-2 1 1,-2-1 0,0 7-1,0 3 184,0 2 0,0 5 0,0-3 0,1 1-304,-1 4 1,-6 2 0,1 2-697,1 0 1,2 0-412,2 0 0,-7 2 1373,-5 4 0,-3 3 0,-2 8 0</inkml:trace>
  <inkml:trace contextRef="#ctx0" brushRef="#br0" timeOffset="3182">3700 103 7705,'-33'-17'-164,"5"0"0,3-1 164,8 1 0,7 0 0,3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7T16:33:40.394"/>
    </inkml:context>
    <inkml:brush xml:id="br0">
      <inkml:brushProperty name="width" value="0.11429" units="cm"/>
      <inkml:brushProperty name="height" value="0.11429" units="cm"/>
      <inkml:brushProperty name="color" value="#333333"/>
    </inkml:brush>
  </inkml:definitions>
  <inkml:trace contextRef="#ctx0" brushRef="#br0">17 0 15238,'-7'10'-36,"5"-1"1,-4-3-95,4 5 1,2 6 0,0 4 82,0 2 1,0 8 0,0-1 0,0 10 217,0 11 0,8 5 1,1 12-1,3 10-126,-1 10 0,1 9 1,-5-44-1,1 2 0,-1 1 1,-1 0-45,0 0 0,0 1 1,-1 2-1,1 0 1,2-2-1,1 0 1,0 2-1,-1 0-88,1 1 1,-1 0-1,1-3 1,0 0 0,-1 0-1,1 0 1,-1 1 0,1 0-37,0 1 0,-1 0 1,-2 2-1,-1 0 1,0 0-1,0 1 0,-1 1 1,0 0-30,-2-1 0,-1 0 1,1-1-1,-2-1 1,0 0-1,0 0 0,0 0 1,0 0 104,1 0 0,-2 0 0,-1-3 0,-1-2 0,-1-1 0,0-1 0,0-2 0,0-1 121,-3 47 0,-5-13 0,7-1 1,1-7 114,2-9 1,2-6 0,0-10 0,0 3-161,0 3 0,0-12 0,0 3 0,0-6-114,0-2 1,0 0 0,0-8 0,0-3-50,0-7 1,0-3-1,2-1-145,3-1 0,-1 0-48,8 0 0,-7-8 270,7-3 1,-1-4 0,6-2-1,1 0-72,-1 0 1,2-2-1,2-2 1,3-1 19,3 1 1,2-4 0,5 1 0,0-1 21,0 0 1,6 3 0,2 5-1,4 0 10,7 0 1,6-6 0,10 0 0,3 2 27,8 3 1,11 1-1,-36 0 1,2 0-1,4 0 1,0 0 15,2 0 0,2 0 1,1-1-1,3 2 1,5-1-1,2 1 1,7 1-1,3 0-136,9 1 0,1 0 0,-3 1 1,2 0-1,-28-3 0,1 1 0,1 0 1,0 1-1,0 0 0,0 1 93,1-1 1,0 0 0,1 0 0,3 2 0,0 0 0,1-1 0,2-2 0,1 0 0,1-1 0,1 1-1,1 0 1,0 0 27,-2 1 1,1-1 0,0 1 0,1-3-1,0 1 1,1 0 0,0 1 0,0 1 0,1-1-1,1 0 1,0 0 0,1 0-129,3 0 0,1-1 0,-1 2 0,-6 0 0,-1 1 0,1 0 1,2-2-1,1 0 0,-1 0 0,-2 0 0,0-1 0,0 1 92,-1 1 1,0 0-1,0-1 84,1-1 0,0-1 0,0 1 0,-2 3 0,0 1 0,0-1 0,-1-1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7T16:33:50.059"/>
    </inkml:context>
    <inkml:brush xml:id="br0">
      <inkml:brushProperty name="width" value="0.11429" units="cm"/>
      <inkml:brushProperty name="height" value="0.11429" units="cm"/>
      <inkml:brushProperty name="color" value="#333333"/>
    </inkml:brush>
  </inkml:definitions>
  <inkml:trace contextRef="#ctx0" brushRef="#br0">18 1 8281,'0'17'651,"-2"-6"1,-2 1 0,-1 1-623,1 2 0,2 4 1,2 2-1,0 4 36,0 1 1,0-3-1,0 4 1,0 0-425,0-1 1,0-3-1,2 4 1,2-3-1527,1-3 1884,1-2 0,2 6 0,1 2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7T16:33:50.546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18 67 7947,'0'11'623,"0"1"-915,0 1 0,0 2 1,0 2 702,0 0 0,-2 1 0,-2-1-118,-2 0 1,0 0-248,6 0-118,0-7 1,0-5 0,0-10-62,0-7 1,2-9-1,2-2 1,4 1 75,1-3 1,-3 6 0,3-4-1,1 4 117,0 2 1,-1 0 0,4 2 353,-1 3 1,-1-1 0,6 7-215,0 2 1,1 10 0,-1 7 0,0 6-107,0 4 0,-6 8 1,1-5-1,1 3-787,2-1 0,2-1 693,1 1 0,-1 5 0,0-7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7T16:33:50.840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189 35 7960,'-11'-6'155,"-1"1"0,9-3 0,-5 4 689,0-2 1,5 1 0,-9 5-185,-1 0 1,-2 0-1,-1 2-425,5 3 1,-4 3 0,5 5 0,-1-1-87,-1 1 0,7 8 0,-5 2 0,3-2-120,3-2 0,2-2 1,2 0-1,0 0-490,0 0 1,2 0-1,4 0 1,5-1-299,4-5 0,10-3 0,3-8 0,5 0 759,1 0 0,0-8 0,1-1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7T16:33:51.209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35 172 8033,'-16'17'354,"5"0"1,5 2 193,4 4 1,2-2 0,0 6 0,0-1-283,0 1 0,0-4 0,2 3 1,2 1-217,2 0 1,5-6-1,-3 0 1,-1-6 169,1-4 0,0-7-386,-3 2 1,-3-6-1,4-6 39,-4-5 0,-2-10 1,0-2-1,0 0 68,0-2 1,-2 4 0,-2-7 0,-2-3-48,3-1 0,1-2 0,2-1 0,0 1-94,0 0 1,0 5 0,0 3 0,2 1 234,3 4 1,-1 2 0,8 2 0,1 2-29,2 3 0,2 5 0,0 7 1,0 0-365,1 0 1,1 5 0,2 5 0,1 3 356,-1 6 0,6 2 0,0-4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7T16:33:52.260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52 69 7881,'0'11'404,"0"1"1,0-7-1,0 7-82,0 1 1,2-5-1,2-1 1,3-1-60,3 0 1,1-1 0,6-5-183,0 0 0,0 0 0,1 0 0,-1-2-116,0-3 1,-6 1 0,1-7 0,-1-3-103,-1-1 0,-1 4 0,-5-1 0,2-1-5,-3-2 0,-1 3 1,-2 1 184,0-3 1,-7 7-1,-5 1 1,-3 4 35,-2 2 1,-2 0 0,-2 2-1,-2 4 54,2 5 1,2 4 0,2 3 0,0 1 75,0 3 0,2-1 0,1 6 0,5 0-389,1-1 1,2 1-1,8 1 1,2-3-239,2 0 0,7-6 1,1 4-1,5-6-740,3-6 1,9 3 1157,-3-9 0,5 1 0,1-6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7T16:33:52.758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240 206 7906,'6'-12'86,"0"1"1,1-1-1,-3-5 147,2 0 1,5 0 0,-5 0 355,-2 0 1,3 0-164,-1-1 1,-2 3-1,-10 4-197,-5 5 0,-5-1 0,-1 1 0,-2 2-123,-4 2 1,4 4 0,-5 4-1,1 5 105,0 4 0,0 2 0,6 3 0,0 0-173,0 3 1,0 6 0,1-4-1,5 1-197,5 5 0,4-7 0,2-1-48,0-4 1,2-4-1,6-3 1,7-6-107,6-5 0,10-2 0,-5-5 0,3-6 50,-1-3 0,-1-2 1,1 0-1,-5 0 55,-4 0 0,2 0 0,-2-1 0,-3 3 151,-1 4 0,-6-2 0,1 5 344,-3-2 0,-1 8 1,-6 2-73,0 10 0,0 5 0,0 4 0,0 2-88,0 2 1,0 6 0,0-5-1,0 1-490,0 0 0,0-2 0,2-6 0,4-2-258,5-4 0,4 3 0,2-9 0,1-1 621,-1-2 0,7-10 0,3-1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7T16:33:53.042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206 49 7906,'-8'-15'-118,"-3"4"0,1-2 0,-1 7 575,-2 2 0,-1 4 1,1 4-1,3 3 188,3 3 1,-7 1 0,5 6-327,-1 1 1,1-1-1,5 0-193,-2 0 1,1 0-1,7 0-281,3 0 0,5 0 1,7-1 16,0-5 0,6-1 0,0-7 1,-2 3 50,-2-2 0,-2 4 0,0-1 0,0 1 108,0-1 1,-5 5 0,-3-5 0,-1 3 34,-4 3 1,-3 2 0,-4 3 0,-7-1-362,-7 0 1,-6 0-1,0 0 1,-5-2-317,-5-3 1,5 1 0,1-5-1,3-1 621,3 1 0,-6-2 0,0-6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7T16:33:53.275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69 1 7950,'-15'7'0,"1"5"180,3 3 0,7 10 1,-4 1-1,3 3 98,-1 0 0,0-1 0,6 8 0,0 0-210,0-1 0,0 1 1,0-11-1,0-1-181,0 1 0,0-2 0,2-8-1340,4-4 1453,-4-3 0,13-16 0,-5-1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7T16:33:53.692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1 35 7980,'6'17'0,"-1"0"30,-1 1 1,-2 4 0,0 1 0,2-2 34,1-2 1,9-2 0,-5 0-1,3 1 51,-1-1 1,0-2-1,7-2 1,-1-3 15,0-3 1,-6-1-1,1-6-253,1 0 1,2-2-239,2-4 1,-7-3 0,-4-8 111,-5 0 1,-1 0 0,0-1 0,0-1 39,0-3 0,2 3 0,2-4 0,2 4 193,-2 2 0,-1-1 1,1 1 630,2 0 0,7 2-242,-1 4 1,3 3-1,2 10 1,0 4 115,0 5 0,-1 6 0,-3 4 0,-2 4-191,3 1 1,1 3 0,2 5-1,-2 0-352,-3 1 1,3-3 0,-6-1 0,3-3-457,-1 3 1,1-7 0,3-1 0,-2-6-184,-1-5 1,-1-5-1,6-7 691,0 0 0,0-7 0,0-3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7T16:33:53.958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669 1 8211,'-19'8'0,"-2"1"653,-2 1 1,2 5-1,8-4 1,3 6-367,2 6 1,3 4 0,5 7 0,0 2-49,0 4 1,2-2 0,1 8 0,5 2-34,2 1 1,-1 0 0,2-1 0,-5-2-148,-4 1 0,-2 1 0,-4-2 1,-5-5-400,-8 1 1,-14-6 0,-1 4-1,-8-5 32,-4-7 0,4-3 0,-5-8 1,-3 0-403,-2 0 1,7-7 0,1-5 0,4-5 709,4-5 0,-12-12 0,10-10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7T16:33:54.158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206 0 8075,'-11'2'618,"-1"4"1,-1 3-1052,-2 1 1,3 5-1,1-4 1,-3 5 130,-1 1 0,-2 0 0,0 0 1,0 0 301,0 0 0,0 0 0,-1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7T16:33:54.392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273 69 7993,'-46'-17'11,"1"0"1,-7 2 0,12 3 0,4 6-491,6 4 91,13 2 1,11 0 0,14 0 387,9 0 0,0 8 0,23-6 0,-4 6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7T16:33:55.227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189 172 7809,'-11'0'616,"1"2"-339,2 4 1,1-4 0,3 5 193,-2 1 1,-5-4 0,5 7-130,2 3 0,-3-3 0,1 4 1,0 4-86,-1 0 1,3 2 0,-6 0 0,1 4-120,-1 1 1,5-3 0,-5 4 0,1-2-148,-1-4 1,6-8-23,-1-2 1,-3-9-110,2-2 0,1-7 0,5-11 0,0-1-21,0-3 0,2-3 0,1-6 0,5 3-130,1-3 1,-3-3 0,6-2 0,1 0 26,2 4 0,2 1 0,0-1 0,2 1 143,4 3 0,-4 9 0,6 0 0,-2 7-102,0 5 1,1 1 0,-1 6 0,4 2-185,0 4 1,-1 3 0,-5 8 0,4 0 406,1 0 0,-5 8 0,4 2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7T16:33:55.611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255 34 7967,'-17'0'206,"0"0"1,0 0 0,0 0-279,0 0 1,5 0 0,1 0 0,-2 0 447,-3 0 1,5 0-1,0 0 1,-3 0 346,-1 0 1,4 6-368,-1 0 0,1-1-368,-6-5 0,7 2-148,4 4 0,6 2 1,6 3-1,6-5-43,3-4 0,4-2 0,4 0 1,3 0 27,1 0 0,5 0 0,-5-2 0,1-4 159,1-5 1,-2 1-1,1 1 1,-5-1 107,-4 1 0,-2 3 195,0-5 0,-5 7-103,-1-2 0,-9 4 1,-2 4-1,-8 4-37,-1 5 0,-4 6 0,7 4 0,2 2-488,2-2 0,2 4 0,0-2 0,0-3-116,0-1 0,8-3 0,3-3 0,4-3-51,2-3 1,3-1 0,0-8 0,3-4 507,-2-5 0,6-4 0,-8-10 0,6-2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7T16:33:55.824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35 8 7809,'0'-8'508,"0"10"0,-2 13 253,-4 12 0,4 15 0,-5 9 0,1 8-391,0 2 1,1 8-1,5-3 1,0 9-710,0 3 1,0-6 0,0 0 0,0-7-239,0-8 0,5-11 0,1-8 1,-2-8-1515,-2-7 2091,5-12 0,-12-11 0,3-9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7T16:33:56.159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1 1 8107,'5'17'219,"1"0"0,2-2 0,-5-1 1,5-3-129,2 2 1,3 3-1,8 1 1,4-2 65,1-4 0,5 3 0,7-9 0,4 1-30,1 2 0,-3-6 0,6 3 0,0-3-189,-3-2 0,5-5 0,-8-3 0,-2-2 47,-2-3 1,-7-2 0,-3-2 0,-3 0-139,-8-1 1,1 7-1,-11 0 339,-1-3 0,-4 1 116,-6 2 1,-3 5 0,-6 12 0,1 5 10,3 4 1,1 4 0,-1 4 0,5 4-135,4-1 1,2 7-1,0-5 1,2 5-261,4 1 1,5 0-1,12-2 1,10-3-317,10-6 0,13-12 1,18-5-1,8-8-2519,7-9 2916,6-8 0,-44-1 0,1-2 0,-1 0 0,1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7T16:33:56.909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0 172 8707,'0'-10'1685,"0"5"-1446,0 10 1,0-1 0,0 7 0,0 3-128,0 1 1,8 2 0,1 0-49,1 0 0,5-1 1,-4-5-1,5-3-147,1-1 0,2-5 1,2 4-1,2-6 7,-3-6 1,-1-3 0,-1-9 0,-1-1 104,0-3 1,-2 1 0,-2-6 0,-3 0-21,-2 1 0,-5 3 0,-8-4 0,-7 4-90,-3 8 0,-4 0 0,-4 9 1,-4 1-312,1-3 1,-5 6-1,9-4 1,1 4-254,2 2 1,3 8 0,5 4-14,5 3 1,8 2 657,10 0 0,7 8 0,15 1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7T16:33:57.210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206 630 7807,'-19'15'262,"-2"-1"0,-2-5 23,2-1 0,8 3 1,2-5-1,-1 0-157,3 1 1,-7-5-59,5 4 0,-2-6 0,1-6 38,6-5 1,5-5-1,-1-3 1,-2-1-79,-2-3 0,0-2 1,6 4-1,0-4-158,0-1 1,0-1 0,0-5 0,0-1-173,0-3 1,0-8 0,0 3 0,0-1 120,0 0 0,0-4 1,2 6-1,4 4 128,5 6 1,5 5 0,1 10 0,2 1-64,4 3 0,-2 7 0,5 0 0,-1 8-106,-4 8 1,-2 3 0,-2 2-1,0 2-331,0 4 551,-7-4 0,5 13 0,-5-5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7T16:33:57.341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0 69 7205,'0'17'-178,"0"0"1,0-5 673,0-1 1,8-7 0,5 2 0,8-6-584,7-6 1,7-4 0,7-7 0,9-2 86,10-4 0,13-3 0,4-9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7T16:33:58.092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104 817 8942,'-17'0'-582,"7"0"0,2-8 1,8-3 745,0-4 0,0-3 0,2-1 0,2-1 121,2-3 1,2 0 0,-5 6 0,3-2-60,-2-4 0,-2 4 0,-2-4 188,0 4 1,-2 9-165,-4 5 1,2 5 0,-7 5 0,-2 9 105,-3 7 0,5 5 0,1 9 1,1 1-179,-1 4 0,7-4 0,-3 4 0,4-4-217,2-2 0,13-1 1,6-5-1,8-7-232,9-8 0,0-5 0,12-12 0,3-7-256,4-12 0,10-9 0,-2-8 0,2-6 92,-3-4 1,-5-7 0,-11 0 0,-6 4 343,-4 5 1,-9-5-1,-6 8 1,-8 3 134,-7 4 1,-6 5-1,-6 1 1,-5 0 84,-5-5 0,5-1 0,0 4 0,-1 0-36,3 0 0,-1 1 1,6 5 648,-1 5 0,-3 11 0,4 11-362,-1 10 0,-7 12 0,5 17 1,-3 6-127,-3 5 0,-1 5 0,1 10 0,4-1-174,1 2 0,0 1 0,5 3 1,-3-1-286,2 1 0,2-10 1,4-8-1,2-9 62,2-6 1,7-5 0,-2-8 126,4-12 0,-3-9 1,-1-8-1,1-7-143,-3-8 1,6-6 0,-3-7 0,3-2 19,2-4 0,0 4 0,0-4 0,1 4-54,-1 1 1,-6 1 0,1 2 0,1 3 86,2 6 0,2 4 0,0 4 0,0 4 359,1 5 1,-1 6 0,0 8 0,-2 7-43,-4 6 1,5 9-1,-5 1 1,4 5-192,2 4 1,-1 0 0,-3-6-1,-2 0-279,3 0 0,1 1 0,4-3 0,2-3-316,2-7 0,0-4 0,-4-7 575,3-5 0,5-4 0,7-2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7T16:33:58.924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257 42 7792,'-34'2'369,"0"4"0,0-2 1,1 7-1,5 0-97,5-1 1,4 5-1,2-1 1,2 5-383,3 3 0,4-4 1,8-7-1,0 2 213,0 2 0,0 3 1,2-3-67,4-4 1,4 3-1,9-9 1,3-1-152,7-2 1,3-2-1,3-2 1,-1-4-166,0-5 0,2 1 0,2-1 0,2-2 64,-2-3 1,-7-1 0,-3-2 0,3-2 134,1-1 1,-3-1 0,-3 6 0,-1-2 334,-4-4 1,-2 4 190,-2-4 0,-7 13-70,-5 10 1,-5 8 0,-3 11 0,-3 4-231,2 5 0,-4-1 1,3 2-1,1-1-14,2-1 0,2 5 0,0-5 0,0-1-137,0-3 0,2-4 1,4-4-222,5-3 0,4-5 0,2-7 0,0-1-15,1-5 0,-1-9 0,0-10 0,0 0 136,0 0 1,-2 3 0,-1 4-1,-5 1 39,-1 0 0,3 0 1,-3 0 99,1 0 1,-5 5 0,4 3 140,-1 1 0,-3 3 1,8 7 2,1 3 1,-4-1 0,3 7 0,1 3 24,2 1 0,2 2 1,1 2-1,-1 2 34,0 2 0,2 7 0,0-1 0,0 3-237,-4 2 0,-3 6 0,1 2 0,-4 2 31,-1 4 1,-4-1-1,-8 1 1,-4-3 69,-1 3 1,-8-6 0,-8-2 0,0-6-185,1-5 1,1-5 0,6-8-355,-1-5 0,9-11 0,3-11 1,4-7 17,2-4 1,0-3-1,2-6 1,6 3 414,9-3 1,2 5-1,10-1 1,1 2 120,2 5 0,3 0 0,1 3 0,4 0 383,5 0 1,5 0-1,1 0 1,1 0-88,-1 0 1,8-2-1,2-2 1,2-4-206,-1-2 1,-1-3 0,4-8-1,-6-4-130,-6-2 1,-1 6 0,-18-2 0,-7 4-29,-6 2 1,-6 1 0,-8 5 123,-12 5 0,-5 12 0,-15 5 1,3 8 197,-1 9 0,-6 3 0,6 14 0,2 1-287,2-3 0,4 12 1,2-3-1,3 1-229,3 0 0,3-2 0,10 0 1,5-1-743,4-5 1,18-5 0,7-11 0,9-7 885,8-3 0,12-9 0,9-3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7T16:34:06.324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86 0 7689,'-17'0'186,"6"0"0,-1 0-194,-1 0 0,3 0 483,-1 0-147,7 0 0,-3 8 0,7 5 23,0 8 0,5 0 0,3 10 0,1 5 116,5 8 0,1 7 0,2 8 0,0 9-269,0 10 1,0 16-1,-7-44 1,-1 2-1,2 4 1,-1 1-150,2 1 1,-1 2 0,1 4 0,-1 1 0,-2 4-1,-1 1 1,1 6 0,-1 2-115,1 6 0,-1 1 0,1 1 0,0 0 0,-2 2 1,1 1-1,-1-3 0,-1 1 0,0-1 0,-1-1 1,-2-2-1,-2 0 0,2-3 1,0-1-1,-2-3 0,0-3-152,-1-7 0,0-3 0,-2-5 0,-2-4 1,-3 40-1,-1-11-144,0-5 0,3-19 0,5-13 1,0-8-671,0-4 1,0-7-177,0-4 1207,0-12 0,-8-3 0,-1-8 0</inkml:trace>
  <inkml:trace contextRef="#ctx0" brushRef="#br0" timeOffset="1050">463 3066 7644,'-2'15'175,"-2"-2"44,-2-1 1,1-7-123,5 7 1,-2-8-1,-2 3 238,-2 1 1,1-4-71,5 7 1,-6 1 0,0 5 0,2 2-46,3 4 1,1-3 0,0 11-1,0 3-174,0 4 1,0 12-1,0-1 1,0 8-115,0 4 0,0-6 1,0 2-1,0-1-92,0 1 1,0-12 0,0 1 0,-2-10-569,-4-7 0,4-10 59,-4-8 1,4-17 668,2-5 0,0-12 0,0-11 0</inkml:trace>
  <inkml:trace contextRef="#ctx0" brushRef="#br0" timeOffset="2067">412 4196 10431,'17'0'567,"0"0"0,2-2-376,4-4 0,-2 5 0,7-5 0,3 4-104,1 2 1,2-6-1,0 1 1,1-1-114,-1-2 1,2 6 0,2-3 0,2 1-60,-2-2 1,-2 2-1,-3-5 1,-1 1 9,2 4 0,-3-3 1,9 1-1,-4 2 161,-2 2 0,2 2 1,4 0-1,4 0 124,0 0 1,7 0 0,-2 0 0,9 2-54,2 4 0,3-4 0,6 4 0,-1-5-141,1-1 1,3 0 0,4 0-1,6 0-16,0 0 1,2 0 0,5-1 0,2-3-87,-1-2 0,-1-2-262,3 3 1,-3 3 349,8-4 1,-4-3 0,6-1 0,0 1 49,-6 3 0,-3-2 1,-5 3-1,3-1 50,3-2 1,-3 6 0,3-3 0,-5 3 13,-6 2 1,0 0 0,-4 0 0,4 0-15,-4 0 0,-2 0 1,-2 0-1,4 0 48,2 0 0,-11 0 0,0 0 0,-7 0-14,-4 0 0,-1 0 0,0 2 0,2 1-29,-2 3 0,-1 6 0,-3-7 0,0 1 98,1 2 0,-3-1 1,-3 6-1,-4-3-216,0-2 1,-6 5-1,4-4 1,-4 3 91,-2-1 0,-5-5 0,-1 3 1,3 1 111,1 0 0,2-1 0,0 4 0,1-3 36,-1-3 0,-2 7 0,1-5 0,-3 3-21,1-1 0,5-5 0,-10 3 1,3-1-130,-1-4 0,-1 3 1,2-1-1,-7-2-27,-3-2 0,-1-2 0,-1 0 0,-2-2 51,-4-4 0,-1 4-69,-4-3 1,-5 1 175,5-2 1,-6 4-794,-6-4-496,5 5 1,-9 1-867,4 0 677,4-8 0,-11 4-1958,7-7 3226,1-1 0,-3-5 0,-1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7T16:34:24.306"/>
    </inkml:context>
    <inkml:brush xml:id="br0">
      <inkml:brushProperty name="width" value="0.08" units="cm"/>
      <inkml:brushProperty name="height" value="0.08" units="cm"/>
      <inkml:brushProperty name="color" value="#F6630D"/>
    </inkml:brush>
  </inkml:definitions>
  <inkml:trace contextRef="#ctx0" brushRef="#br0">137 120 10280,'-17'10'-227,"0"-3"0,0-7-46,0 0 1,5 2 590,1 4 707,0-4-135,-6 6-491,7-8 0,2-2-100,8-4 1,2 4-97,4-4 1,-2 4 0,7 1 125,3-5 1,-5 4-70,2-4 1,1 4 0,5 0-79,0-3 0,-5 3 1,-1-4-93,2 4 1,3 2 0,1-2-1,0-1-44,0-3 0,2-2 0,2 4-12,2-1 1,0-7-1,-6 7 1,0-1 46,0-2 0,2 6 0,2-5 0,2 1-32,-2 0 1,-2 1-1,-2 5 1,2 0 44,4 0 1,-4 0 0,3 0 0,-1 0-14,2 0 1,-4 0 0,4 0-1,-2 0-3,2 0 0,-4 0 0,4 0 0,-4 0 17,-2 0 0,6 0 0,0 0 1,-3 0-84,0 0 0,-3 0 1,0 0-1,0 0-1,0 0 1,0 2 0,0 1 0,0 3 58,1-2 0,-7-2 0,0-2 0,3 0 23,1 0 1,-4 0 0,1 2 0,1 1-9,2 3 1,2 0-1,1-6 1,-1 0-8,0 0 0,0 0 0,0 0 0,0 0-11,0 0 1,0 0 0,1 0-1,1 0-44,3 0 0,-3 0 0,6 0 0,-2-2-27,0-4 1,5 4 0,-5-3-1,0 1-1,2-2 0,-6 4 0,6-3 0,-3 3 34,1 2 1,0 0 0,-6 0 0,0 0-3,0 0 0,1 0 1,-1 0 19,0 0 1,0 0 0,0 0-9,0 0 1,0 0 0,0 0 10,1 0 1,-1 0 0,0 0 12,0 0 1,-2-2-1,-2-2 1,-1-2-12,1 2 1,-3 2-1,1 2 1,2 0-63,3 0 0,-5 0 0,0 0-23,3 0 0,1 0 22,2 0 0,0 0 1,0 0 30,1 0 0,-1 0 1,0 0 12,0 0 0,-6 0 0,1 0 0,1 0-10,2 0 0,-3 0 1,-1 0-1,1 2 24,-3 4 0,6-4 0,-3 4 0,3-4 66,2-2 0,-6 0 1,1 0-1,1 0 4,2 0 1,3 5-1,1 1-44,3-2 1,-8-2 0,3-2 0,-2 2-58,0 3 1,2-3 0,1 4 0,-1-4 0,0-2 0,0 0 0,0 2 0,2 2 30,4 1 0,-4 1 0,4-4 0,-2 2-20,2 1 0,-3 1 0,7-6 0,0 0 10,-1 0 1,1 2-1,3 2 1,-1 2 11,1-3 0,1-1 0,-1-2 0,-3 2-21,-2 4 0,5-4 1,-3 3-1,1-1-32,1 2 1,-6-4 0,3 5-1,1-1-24,0 0 1,-6 5 0,1-5 0,-3 0-15,-1 1 1,1-5-1,1 6 1,3-2 21,-2-1 0,-2 3 1,-2-4-1,1 1 9,-1-1 1,0 4 0,0-2 0,0-3 5,0-1 0,0 4 1,0 0-1,1-3 0,-1-1 1,0 4 0,0 2-26,0 1 1,0-5 0,0 2-1,-1-2-45,-5 1 1,4-3-1,-3 6 25,3-1 0,2-5 1,-2 6 38,-3-1 0,3-3 22,-4 8 1,3-7 0,-1 5-21,-2-2 0,1 5 1,5-4-15,0 1 1,-6-1 0,1-5-19,1 2 1,-3 5-1,-1-3 1,1 0 32,-1-1 1,-3 5 0,3-5 0,1 1 5,-1-1 1,-3 5-1,4-5-2,-3 3 0,7-1 0,-5 5 0,2-5 5,1-1 1,-6 3 0,3-3 0,1 0-12,-1-1 1,3 6-1,3-1 17,-4 3 1,4-3 0,-3-1-2,3 2 0,0-3 1,-1 1-1,-3 1 22,2-3 0,-3 6 1,1-5-1,3 1 7,1 1 0,-4-7 0,1 7 0,1-1-5,2-1 1,2 5 0,0-4-10,1 5 1,-7-5 0,0-1 0,1-1-8,-3 1 1,5-5-1,-7 5 1,3-1-17,3 1 0,-3-1 0,1 5 3,2-3 0,3-1 0,-1 3-7,-4-2 1,4-5-1,-3 5 6,3 3 0,-4-5 0,1 3-3,1 1 1,1-3-1,-1-1 1,-4 1 29,-1-1 0,3-3 0,-3 5 26,1 3 1,3 1-9,5 2 0,-2 0 1,-1-2-1,-5-1 60,-1-3 1,5-5-1,-3 5-82,-1 2 1,4-3 0,-5-1 0,0 1-37,-1-1 0,5-3 0,-5 4 0,1-1 24,-1 1 1,5-5 0,-5 5 0,1-1-8,0 1 0,3-4 0,-3 3 0,-1 1 26,1-1 0,3-3 0,-3 5 96,2 3 0,1 1-65,6 2 0,0 0 1,-2 0-47,-3 0 1,1-5-1,-5-3 1,-1 1-28,1-1 0,3-3 1,-3 4-1,0-1-5,-1 1 0,1-5 1,-2 7 0,5 1 1,-3-3-1,-1-1 1,-1 1 19,0-1 1,5-3 0,-3 3 34,1-1 0,-3 5 0,3-1 20,-1 3 1,3-4 0,-3 1-50,2 1 1,-7-3-1,5-1 1,-2 1-2,-1-1 1,3 1-1,-4 3 1,3-2 18,3 3 1,-6-5 0,3 3-15,1 1 1,-4 2-1,5 2-6,-1 0 1,3 0 0,-5 1 0,0-1-6,1 0 1,-3-6 0,6 1 0,-3 1 17,-3 2 1,4 2 0,-3 0-1,1 1 24,2-1 0,-5 0 0,7 2 101,-2 4 1,-1-10-1,-3 4 1,2-2-84,-2 1 0,-1 1 1,1 0-1,2 0-37,-2 0 1,-1 0 0,1 0 0,2 1-39,-2-1 1,0-2 0,-1-2 0,3-1-39,-2 1 1,0 2 0,0 2 48,1 0 1,7 1 0,-7-1 27,-1 0 0,4 0 9,-3 0 0,3 0-5,-2 0 1,-4-5-29,3-1 1,-1-5-13,2 5 12,-4-7 1,5 6-25,-7-5 17,0-3 1,0 8 9,0-5 1,2-3 96,4 4-2,-4-4-43,6-2 36,-8 0-10,0 0-93,0 7-25,0-5 520,0 6 473,0-8-2656,0 0 1634,0 8-34,0-6-191,0 5 202,0-7 66,0 8 25,0-6 19,0 13 0,0-11-2,0 7 0,0-5-56,0 5 1,0-5-468,0 5 67,0-7 0,0 6-936,0-5-2145,0-3 2208,0 6 0,1-8 1307,5 0 0,-4-8 0,6-1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7T16:34:33.738"/>
    </inkml:context>
    <inkml:brush xml:id="br0">
      <inkml:brushProperty name="width" value="0.08" units="cm"/>
      <inkml:brushProperty name="height" value="0.08" units="cm"/>
      <inkml:brushProperty name="color" value="#F6630D"/>
    </inkml:brush>
  </inkml:definitions>
  <inkml:trace contextRef="#ctx0" brushRef="#br0">18 18 10008,'-2'-10'2046,"-4"4"-1442,4 5 210,-5 1 97,7 0 125,0 0-58,7 0-748,-5 0 1,12 1-243,-9 5 1,9-4-23,-3 4 0,4-4 1,1 0 81,-5 3 0,4-3-52,-3 4 1,3-4 66,2-2 1,0 0 33,0 0 1,0 2-74,1 3 0,-1-3-32,0 4 0,-6-4 54,1-2 1,-7 0 38,7 0 35,-1 0 0,6 0 36,0 0-146,-7 0 0,-1 0-2,-3 0 107,-4 0-32,6 0 1,-6 0 166,3 0-74,-3 0-205,6 0-47,-8 0 23,7 0-32,-5 0 72,6 0 13,-8 0-17,0 0 75,7 0 30,-5 0 1,8 0-18,-4 0-53,-4 0 1,7 0 0,-5 2-168,2 4 43,-1-5 1,-3 7 176,4-8-59,-4 0 1,7 6-71,-3-1 1,-4 3 213,4-2-181,3-4 1,-5 11 0,5-5-51,-1 1 1,3-3 114,-5 5 1,2-5 19,-3 5 1,-1-1 0,6 3-94,-3-1 1,1-7 12,-2 7 0,-2-3 1,5 5 59,-1-3 0,-3-5 0,-3 3 51,4-1-9,-4 5 0,11-3-57,-7 7 1,5-6-6,-5 1 1,2-7-43,-3 7 1,-1-7 26,8 7-44,-9-8 1,7 9 32,-4-7 1,-3-1-135,9-5 51,-8 8 0,5-4 38,-3 7 83,-4-7 1,7 4-86,-3-8 131,-4 7-78,6-5 1,-3 8 43,1-5-113,0-3 0,-4 6 299,3-8-221,-3 8 0,8-5-62,-5 9 147,-3-8 0,6 5 1,-6-5-116,3 2 1,-3 1 72,4-1 0,-4-2-9,-2 7 95,8-7 0,-6 11-82,3-3 1,3-3 57,-2 2 1,-1-5-26,-5 6 0,2-3 0,2 4-53,2-1 0,-1-6-4,-5 5 0,0-5 0,2 3 72,4-1-97,-4 5 0,6-3 23,-8 7 0,5-6-64,1 1 1,0-7 71,-6 7 1,0-7-1,2 5-63,3-2 0,-3-1-6,4-1 0,-4-2 0,0 5-23,3-1 5,-3 5 0,6-9 0,-6 5 27,3-1 1,-3 0 2,4-3 1,-4-1 0,0 6 52,4-3 1,-4 1-74,3-2 0,-1-4 1,0 5 17,2 1 1,1-6-14,-1 3 0,-4-1 31,3 2 1,-3-2-1,0 5 104,4-1 1,-4-1-58,4-1 0,-3-4 0,1 6-2,2-1-165,0-5 0,-4 11 121,3-7 1,-3 2-38,4-2 1,-4-3 184,-2 9 1,2-3-35,3 3 1,-3 3-84,4-4 1,-4-1 11,-2 1 0,0-5 0,2 5-17,4 3 0,-5-5-11,5 3 1,-4-7 5,-2 7 1,0-1 21,0 6 0,6-5 0,-1-1-76,-1 2 1,-2-3 73,-2 1-4,0 1 0,6 5-56,0 0 1,-1-6 32,-5 1 0,0-6 0,2 3-19,4-1 1,-4 5-20,3-2 1,-3-1 28,-2 1 1,0-5 0,2 4-12,4-3 0,-4 7-5,4-3 0,-3-2-41,3 3 0,-4-6 42,4 5 0,-2-5-27,1 5 0,-3-5 39,4 5 0,-2-1-25,1 1-115,-3 4 118,14-5 1,-13 5 6,9-3 1,-8 3 22,1-4 0,-1-3 0,0-1-20,2 1 0,-1-4 30,-5 7 1,2-5 21,4 5-5,-4 1 1,11 5 17,-7 0 1,1-6-38,-1 1 1,-4-6-12,4 5 0,-2-1-17,1 1 23,-3 4 44,13-5-72,-13 7 1,6-6 0,-6-1 53,4-3 0,-5 1-13,5-2 1,-2-3-25,2 9 1,-4-6-9,3 5 0,-1-7 0,0 3-25,2 1 1,-1-4 39,-5 7 0,6-5-60,0 5 1,1-7-1,-3 4 61,2-1 0,1-3-40,-1 8 1,-2-7 24,7 7 0,-5-3 0,4 5 5,-3-3 0,5-5-12,-7 5 0,7-5 0,-5 3-6,3-1 0,-4 0-29,5-3 0,0 3 0,5 5 35,-5-1 0,2-7 1,-5 5-11,1-3 1,-3-1 0,4-4 16,-3 4 1,5-2 0,-5 5-5,3-1 0,-4-3 1,3-3-2,-1 4 0,-1-4 0,-3 6 54,2-1 1,7-5-16,-1 4 0,-3 1-5,2-1 1,-5 6 6,6-7 0,-3 3-25,3-2 0,3-5 0,-6 7-21,1 0 0,-1-6 0,-5 5 40,2 1 1,7-6-30,-1 3 0,-3 3 0,1 0-29,-3 1 0,7-5 0,-5 4 15,1-1 0,3-3 1,-6 5 36,3-1 0,-4 0 0,5-4-10,2 1 1,-3 7-8,1-7 0,1 7 0,3-5 7,-4 3 1,5-6-1,-5 3-28,4 1 0,-3-6 0,-1 5 22,2 1 0,-3-6 0,1 4 27,3-4 1,1 3 0,2 1 3,0-2 0,-5 0 0,-1-1-14,2 3 0,3 0 0,1-6 0,-2 2-3,-4 3 0,5-3 0,-5 4 0,4-4 25,2-2 1,0 0-1,1 0 1,-1 0 1,0 0-1,0 2-17,0 4 0,0-5 1,0 5 19,0-4 0,1-2 1,-1 0-19,0 0 1,-6 6-1,1-1-23,1-1 1,2-2 0,2-2 8,0 0 1,-5 0 0,-3 2 0,1 2-42,-1 2 1,-3-1-1,5-5 19,3 0 1,-5 2-16,3 4 0,-1-4 0,4 5 2,-3 1 0,-3-6 0,-3 4 5,5-4 0,-1-1 1,1 3-5,3 2 1,-5 0 0,3-6 41,1 0 0,-4 2 1,3 1-54,1 3 1,-3 0 0,1-6 113,2 0 1,3 6-107,1-1 0,0 1 1,0-6 44,0 0 0,-5 2 1,-1 2 28,2 1 1,3 1-1,1-6 1,0 0 0,-6 0 1,1 2-22,1 4 1,2-4 0,2 3-42,0-3 0,1-2 1,-1 0 40,0 0 0,-6 2 1,1 2-59,1 2 1,2-1 0,2-5 93,0 0 1,-5 0 0,-1 0-48,3 0 1,1 0 0,2 0 6,0 0 0,0 2 0,0 2-45,0 2 0,1-1 1,-1-5 73,0 0 0,-6 0 0,1 0-13,1 0 0,2 0 0,2 0 0,0 0 23,1 0 1,-1 0 0,0 0-16,0 0 0,0 0 1,0 0-1,2 0-41,4 0 1,-4 0-1,4 0 1,-4 0-14,-2 0 0,6 0 0,0 0 0,-2 0 16,-2 0 0,3-1 1,1-3-1,0-2 42,2 2 1,-6 2 0,4 2 0,-4 0-37,-2 0 0,6-5 0,0-1 0,-2 2-17,-2 2 0,-2 2 1,0 0-1,0 0-3,0 0 1,-6 0 0,1-2 0,1-2 21,2-1 0,3-1 0,-1 6-23,0 0 1,0 0 0,0 0 13,0 0 1,0-6-1,0 1 1,1 1-9,-1 2 0,-6 2 0,1 0 0,1 0-13,2 0 1,2 0-1,0 0 2,0 0 0,1 0 1,-1 0-1,0 0 4,0 0 0,0 0 0,0 0 1,0 0 1,0 0 1,1 0 0,-1 0 0,0 0-19,0 0 1,0 0 0,0 0 0,2 0 20,4 0 0,-4 0 0,4 0 0,-4 0-6,-2 0 0,2-2 1,2-2-1,2-1 14,-2 1 0,-2 2 0,-2 2 0,2 0 4,4 0 1,-4 0 0,6 0 0,-3 0 1,1 0 0,2-6 0,-4 0 0,4 3-11,1 1 1,-5 2-1,4 0 1,0 0 1,3 0 0,-3-2 0,-2-2 1,-2-2 5,2 2 0,-3 3 0,7 1 0,-2 0-13,-4 0 1,-2 0 0,-2 0 0,0 0-4,0 0 0,0 0 0,0 0 0,1 0-7,-1 0 1,0 0-1,0 0 16,0 0 1,0-2-1,0-2 1,0-2 4,1 2 0,-7 2 0,0 2-14,3 0 0,1 0 0,2 0 0,0 0 1,0 0-1,0 0 12,1 0 0,-7 0 0,0 0 0,3 0 10,1 0 0,-4 0 0,1 0 1,1 0 8,2 0 0,-3 0 1,-1 0-1,2 0 4,3 0 1,-5 0 0,1 0 0,1 0-14,2 0 1,2 0-1,0 0-36,0 0 1,1 0 0,-1 0 74,0 0 0,0 0 1,0 0-1,0 0-13,0 0 0,0 0 0,1 0-12,-1 0 1,0 0 0,0 0-1,0 0-32,0 0 0,0 0 0,0 0-10,1 0 1,-1 0-1,0 0 1,0 0 25,0 0 0,0 0 1,0 0 63,0 0 0,1-5 0,-1-1 0,0 2-24,0 2 1,0 2 0,0 0 0,0 0-7,0 0 1,1-5-1,-1-1-89,0 2 0,0 2 0,0 2-124,0 0 1,-5 0 0,-3-2-527,-1-3 103,-3 3-1638,-5-6-12,0 8 0,-5 2 2269,-1 4 0,-15 3 0,2 8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7T16:34:39.355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395 565 7660,'9'8'480,"-1"-4"0,-8 7 1,0 2-4,0 3 1,-6 1 0,-1 2 0,-1 4 95,0 5 0,-5 6 0,3 8 1,-1 10-97,0 8 1,5 9 0,-4 7 0,1 10-239,-1 9 1,5-2-1,-5-2 1,3-5-187,3-6 1,2-6 0,0-11-1,-2-8-61,-2-7 1,-1-14 0,3-11 0,-4-4-159,-1-2 1,5-9-19,-2-8 0,4-14 0,2-11 1,0-3-87,0-8 0,-5 0 0,-3-8 1,1 0 138,-1 0 0,-4-1 1,5-5-1,-3 3 67,-3 1 1,-2 6-1,0-2 1,1 4 514,3 6 0,-1 11 0,-5 4-11,0 9 0,2 16 1,2 9-1,3 11 15,3 10 1,1 6 0,6 8 0,0-1-589,0 0 0,4-1 0,5-3 1,10-1-720,6 2 1,3-7 0,9-3 0,1-5-1366,2-5 1,7-9 2216,-1-1 0,3-1 0,3-8 0</inkml:trace>
  <inkml:trace contextRef="#ctx0" brushRef="#br0" timeOffset="349">703 1524 8946,'-19'12'638,"-4"-1"0,6-5 1,0 5-321,9 2 0,6-3 0,4-1 0,4 1-67,5-1 1,12-5 0,6 2 0,3-6-426,2-6 0,1-3 0,-1-8 0,0-2 67,0-4 1,-5 4-1,-2-6 1,-3 0 18,-3-3 0,-4 3 0,-5 2 0,-7 4-4,-3 2 0,-4 2 0,-5 3 0,-10 7 475,-10 3 1,-5 17 0,-4 6 0,-2 7 49,-2 7 0,5-5 0,9 10 0,-1-2-108,0 2 0,6 2 0,1 6 0,6-5-390,8-1 0,6 4 1,6-6-1,8-4-551,6-6 1,7-1 0,7-12-1,2-7-539,4-7 1,-1-3 0,4-1 0,-1-7 1154,-4-9 0,6-8 0,0-9 0</inkml:trace>
  <inkml:trace contextRef="#ctx0" brushRef="#br0" timeOffset="616">1542 1421 7620,'-8'-9'1022,"-1"1"1,-8 8 52,0 0 0,5 0 0,1 0-635,-2 0 0,-3 2 0,-1 4 0,2 5-136,4 5 1,-3 1-1,7 0 1,-1 0-218,0 0 0,3 2 0,5 2 0,0 2-450,0-2 0,2 0 0,3 0 0,7 1-273,3-1 0,8-3 0,2-5 1,1-4-60,5-1 1,-5-2 0,3-6 0,1 0 114,3 0 1,-1-8 0,-2-3 0,-1-5 579,1-1 0,-5-7 0,0-3 0</inkml:trace>
  <inkml:trace contextRef="#ctx0" brushRef="#br0" timeOffset="1100">1816 1353 8037,'-8'9'1623,"1"7"1,-5-3-1112,7 8 0,3 0 0,2 7 0,2 5-167,3 5 1,5 4 0,7 5 0,0-1-214,0 1 1,6 3-1,0 1 1,-2-1-358,-2-5 1,-4-3 0,-1-9-210,-3-5 1,-2-7 0,5-15 138,-3-12 1,-7-15-1,2-9 1,-4-6-96,-2-4 1,5-2 0,1 4-1,-2-4 225,-2-2 0,-2 6 1,0-2-1,0 6 403,0 5 0,2 5 0,1 6 111,3 1 0,7 2 0,-3 6 119,-1 9 1,7 1 0,-5 11 0,4 1-120,2 2 1,6 4 0,2 2 0,2 2-282,3-2 0,-3-2 1,3-4-1,4-1-258,5-3 0,6-7 0,-5 2 0,0-4 68,2-2 1,-6-2 0,4-6 0,-4-7-72,-2-6 0,-5-4 0,-2 2 0,-5-5-136,-6-5 1,-1-1 0,-9 0 0,-3 2 166,-1 3 0,-4 4 0,-5 8 0,-8 2 222,-6 4 0,-4 3 0,4 12 0,-2 5 265,2 8 1,-3 12 0,3-1 0,3 5-87,5 1 0,7 6 0,-3 0 0,1-2-549,5-2 1,3-2 0,5 1 0,7-1-563,3 0 1,10-7-1,3-6 1,6-8 184,6-7 0,4-6 687,7-6 0,1-11 0,-1-10 0</inkml:trace>
  <inkml:trace contextRef="#ctx0" brushRef="#br0" timeOffset="1433">3272 1336 7548,'-8'-12'0,"-3"3"0,-5 1 562,-1 4 1,0 3-1,0 1 1,0 0 19,0 0 0,-6 1 1,0 5-1,0 6-419,-1 3 1,5 4-1,-2 2 1,5 2-36,5-2 0,5-1 0,-3 1 0,1 2-241,4-2 1,2-2 0,4 0 0,4 0-219,6-2 0,3 8 1,4-12-1,2-1-50,2-3 1,7-3-1,-1-6 1,3 0 220,2 0 0,-2-2 0,-1-4 1,-3-5 165,3-4 1,-4-2 0,-1 0-1,-1-1 120,-4 1 1,-2 6 0,-4-1 400,-4-1 1,3 7-215,-8 6 0,-3 10 1,-6 11-1,-5 4-411,-2 1 1,7 3-1,-3 7 1,4 2-419,2 2 0,0-6 1,0-5-1,0-1-399,0-1 0,8-4 0,3-12 915,4-5 0,2-4 0,0-2 0</inkml:trace>
  <inkml:trace contextRef="#ctx0" brushRef="#br0" timeOffset="1699">4077 1113 7536,'-25'17'1049,"6"-5"0,-6-1 0,2 4-398,0 6 0,1-2 0,4 6 0,1 0-532,0 3 1,2 3 0,4-1 0,5-1-8,4 1 0,2 3 0,0 1 0,0-2 5,0-3 0,9-5 0,7-5 1,5 0-102,0-1 0,-2 3 0,-2-10-200,0 4 0,-2 2 0,-4 0 28,-5 1 0,-4-7 0,-2 0 0,-2 3-103,-4 1 0,-11 8 0,-9 1 1,-3 1-423,1 0 1,-7 4 0,-5-5 680,2 3 0,-5 1 0,-1 7 0</inkml:trace>
  <inkml:trace contextRef="#ctx0" brushRef="#br0" timeOffset="2200">4642 1404 7914,'-17'0'1844,"-1"0"-1087,1 0 1,6 0-396,0 0 0,1 10 1,-1 5-1,5 8 0,4 3 0,2 9 0,0 7 0,0 1-308,0 5 1,0 1 0,0 3 0,0-1-358,0 1 1,2-9 0,2-3 0,1-5-2953,-1-7 3255,6-11 0,-1-9 0,8-8 0</inkml:trace>
  <inkml:trace contextRef="#ctx0" brushRef="#br0" timeOffset="2566">4847 1370 7531,'6'29'0,"0"-3"381,-3-1 0,-1 9 0,-2-3 1,2-1 170,4 2 0,-4 1 1,4 3-1,-5 0-262,-1-2 1,2 4 0,2-11-1,2 0-120,-2-4 1,-2-4 0,-2-2 167,0 0-603,7-8 0,1-9-1,5-13 1,-3-6-206,-3-4 0,7-5 1,-5 3-1,3 0 378,-1 0 1,0-3 0,6 5-1,1 2 492,-1 2 0,0 8 0,2-1-22,4-1 1,-4 5 0,4 3 0,-4 5 94,-2 5 1,2-1 0,2 9 0,2 5-464,-3 2 0,5 5 1,-2-4-1,-2 2-394,-2-2 1,4 0-1,0-2 1,-1 0-278,3-4 0,-6-9 1,4 0-1,-4-5-459,-2-1 1,0-3 1120,0-9 0,1 1 0,-1-14 0</inkml:trace>
  <inkml:trace contextRef="#ctx0" brushRef="#br0" timeOffset="2765">5549 1439 8588,'-15'11'794,"4"0"0,3 6 0,8 10 1,0 5-181,0 10 1,2 8-1,4 7 1,5 4-191,4 0 0,8 5 0,0-1 1,-2 5-421,-2 5 1,-9-1-1,-5-6 1,-5 1-776,-5-1 0,-9-1 0,-12-6 0,-9-10 199,-1-9 1,-6-15 0,2-10 0,0-10 571,-1-5 0,4-17 0,-5-4 0</inkml:trace>
  <inkml:trace contextRef="#ctx0" brushRef="#br0" timeOffset="2899">4351 514 7648,'-27'0'1653,"4"2"0,12 3-2131,5 7 1,19 3 477,10 2 0,8 0 0,3 0 0</inkml:trace>
  <inkml:trace contextRef="#ctx0" brushRef="#br0" timeOffset="3467">6885 1250 7535,'-17'17'262,"2"2"1,3 4 655,7 6 1,3 3 0,2 2-1,2 2-568,3 4 0,5-3 0,5 3 1,-2-4-426,-1-2 0,-3-6 1,5-1-1,-5-2 71,-1-4-148,-2-10 0,-6-7 0,0-14 0,1-9-104,5-5 0,-4-5 1,4-5-1,-4 0 223,-2-1 1,2-5 0,1 0 0,3 1 10,-2-3 1,3 4 0,-1-4 0,0 4 116,1 5 1,-3 5 0,8 1 0,1 8 189,2 6 0,2 9 0,1 2 0,-1 10-335,0 9 0,6 17 0,1 2 0,3 4-661,3 2 0,3 4 0,1-6 0,0 0-366,1 2 1,-3-8 1076,-4 0 0,12 0 0,-3-7 0</inkml:trace>
  <inkml:trace contextRef="#ctx0" brushRef="#br0" timeOffset="3833">7707 1370 7535,'-7'-17'0,"-7"0"179,-7 0 0,4 0 1,-2 1-1,6 3 480,-1 2 0,-1-1 0,-2-3 78,0 4 0,6 3-443,-1 8 1,6 8-1,-3 3 1,1 4-204,5 2 1,1 2-1,4 4 1,1 4-113,3-1 1,7 5-1,-1-6 1,3-1-229,2 1 1,0 4 0,2-7-1,2-3 38,2-5 1,6 1-1,-5-5 1,1-1 239,0-3 0,-2-4 0,-4-4 0,2-4-45,1-5 1,-1-10-1,-7-4 1,-5-2 44,-1-3 1,-1 3-1,-3 1 1,2 1 370,-2 4 1,-2 8-177,-2 1 1,-2 8 0,-2 2 0,-2 10-102,2 9 0,3 4 0,1-2 0,0 2-356,0 2 1,0 5 0,1-5 0,5-2-531,6-2 1,3-3-1,2-5 1,0-5-1873,0-4 2635,8-10 0,-6-9 0,6-10 0</inkml:trace>
  <inkml:trace contextRef="#ctx0" brushRef="#br0" timeOffset="4032">8204 0 7535,'-17'10'0,"1"7"1040,5 9 1,-2 24 0,7 14 0,2 22-713,3-34 1,0 3 0,1 1 0,0 2 0,0 7 0,0 1 0,1 1 0,0-1-515,2 2 1,0-1 0,1 2 0,1-1-1,4-1 1,1 0 0,1-5 0,-1-1-753,1-5 1,1-3 0,11 34-1,-6-20 1,0-14 607,0-11 1,-5-21 0,-1-10 251,3-7 0,-5-13 1,1-8 77,-3-10 0,7-13 0,-5-4 0</inkml:trace>
  <inkml:trace contextRef="#ctx0" brushRef="#br0" timeOffset="4348">8272 873 7756,'0'18'0,"0"-1"447,0 0 0,0 8 0,0 5 0,2 10-91,4 11 1,5 8 0,12 8 0,6-1-164,3 3 0,2-14 0,2 4 0,2-13-187,2-10 0,6 0 1,-6-15-1,-2-6-85,-2-7 1,-1-14 0,-1-7 0,0-10-44,0-11 0,-5-2 1,-3-10-1,-1-2-73,-4-1 0,-8-2 0,-3 1 1,-2 2 137,-5 3 0,-3 9 1,-5 1-1,-9 13 435,-7 8 0,0 7 0,-5 9 0,1 5 54,4 10 1,2 8 0,4 11 0,4 2-247,5 2 0,4 8 1,2-4-1,2 3-401,4 4 1,3-9 0,10 10 0,4-5-421,5-3 0,5-4 0,3-11 0,2-7 635,2-3 0,8-1 0,-5-1 0</inkml:trace>
  <inkml:trace contextRef="#ctx0" brushRef="#br0" timeOffset="4966">1799 3083 7973,'-15'1'831,"3"5"0,-1-2 1,5 7-270,-1 3 0,5 3 1,-2 4-172,4 2 1,-3 1 0,-1-1-1,2 6-143,2 3 1,4-3 0,4-1 0,5 3-228,5 1 1,1-5 0,2-7 0,2-6-232,2-8 1,7-5 0,-3-4 0,1-9 25,1-11 0,-8-7 1,1-4-1,-4-2 300,-7-4 1,-3 2 0,-8-6 0,-2 2 108,-4 4 0,-5 4 0,-12 3 0,-6 4-390,-3 3 1,-2 7 0,-1 7-1,-1 3-441,-4 3 0,10 2 1,-3 4 63,7 3 1,11 11-1,9 6 1,6 1-22,6 2 1,13-4 0,15 8 0,10 1-126,5 2 0,2-3 688,1-1 0,14 1 0,5 5 0</inkml:trace>
  <inkml:trace contextRef="#ctx0" brushRef="#br0" timeOffset="5232">2484 3494 7638,'0'24'-559,"0"3"0,0 1 1116,0 1 1,-2-2-1,-4 3 1,-5-1 54,-4 1 0,-2-3 0,-2-1 0,-2 1-287,-2 0 0,-6-8 0,6 0 0,2-8-206,2-3 0,8-3 0,0-5 1,-1-3-40,3-9 1,1-1 0,8-16-1,-2-3-149,-4-6 0,5-6 0,-5-9 0,4-4-205,2-6 0,-2-5 0,-2-5 1,-3-3-116,-3-2 0,1-9 1,-5-10-1,9 46 1,-1-1 73,-1-3 1,1 1-1,1 4 1,2-1-1,-3-46 1,4 19 246,2 18 1,0 12-1,2 21 1,4 12 160,5 13 1,10 12 0,2 14 0,0 11-347,2 8 0,-1-1 1,7 0-1,-3 0 253,3 4 0,1 3 0,2 3 0</inkml:trace>
  <inkml:trace contextRef="#ctx0" brushRef="#br0" timeOffset="5398">2398 3271 7730,'12'-8'0,"-1"-1"330,3-1 1,3-5 0,5 2 0,7-6 104,3-4 1,10-8-1,4 3 1,3-3-736,3 3 1,1-3 0,2 9 0,2 1-796,-2 2 1095,-1 2 0,-3 7 0,0 2 0</inkml:trace>
  <inkml:trace contextRef="#ctx0" brushRef="#br0" timeOffset="6099">3374 3442 7551,'0'-11'0,"2"-1"13,4-1 0,-2-2 1,5-2-1,1 1 1492,-1 5 0,-3-4 1228,6 3-2291,-9 5 1,3 1 0,-10 12 0,-3 7-185,-3 8 1,1 6 0,-5 7-1,5 0-196,1 0 1,-3-1 0,5-3 0,2-1-420,2 1 1,8 1 0,4-3 0,3-5-316,6-4 1,11-9 0,5-7 0,8-8 328,7-12 1,3-12 0,2-15 0,2-9 12,-1-6 0,-5-10 0,-5-5 0,-6 2 54,-4 2 1,-12 3 0,-5 2 0,-7 2 294,-4-1 0,-3 3 0,-7 0 0,-1 2 53,-3 4 1,-6-4 0,5 6 0,-1 9 395,1 13 1,-7 18 0,5 11 377,-1 12 1,3 11-1,7 20 1,0 11-331,0 9 1,0 11 0,0 4 0,0 4-281,0 8 0,2-1 0,1 10 0,5 0-249,1-2 1,9 2-1,6-11 1,1-10-471,0-9 1,3-12 0,-5-17 0,-2-15 141,-2-14 0,-7-16 1,-1-10-1,2-12 97,2-9 0,-3 0 0,-1-8 0,1-3 129,-3-6 1,6 1 0,-5-3 0,0 4 153,-5 2 0,3 7 0,-1 2 0,1 4 252,0 4 0,-1 5 0,-1 18 253,5 5 1,-1 4-1,-1 6 1,1 5-157,-1 8 1,-3 12 0,6 0 0,1 3-344,2 2 1,4 2 0,2 2 0,2 2-501,-2-2 0,4 4 0,-1-2 0,1-2-680,0-2 1,3-7-1,-3-2 1,0-3-1894,0-3 3028,5-9 0,-3 3 0,7-6 0</inkml:trace>
  <inkml:trace contextRef="#ctx0" brushRef="#br0" timeOffset="7115">5001 3271 7582,'-28'11'0,"1"-1"805,2-3 1,3 1 0,3-4 0,0 3-373,1 3 1,-2-4 0,10 5 0,0 2-187,5 3 1,-3 1 0,2 0-1,3 0-7,1 0 1,2 0-1,0 0 1,2 1-136,3-1 0,5 0 1,7 0-1,2 0-344,4 0 1,2-5-1,5-3 1,-3-1-40,-3-4 0,7-3 0,-3-2 0,5-7-34,1-9 0,0-2 1,0-10-1,-1-1 116,-5-3 0,3-1 0,-10 0 0,-4 0 462,-4-1 0,-9 7 0,2 1 240,-4 3 0,-4 3 1,-4 9-1,-5 8-149,-5 8 1,-1 2 0,2 9 0,4 4-145,5 0 1,4 6-1,2 0 1,0 1-219,0 5 1,2-5-1,4 3 1,5-1-28,4-1 1,2 5-1,0-5 1,3 2-108,2-1 0,-3-9 0,6 0-70,0-5 1,-6-11 0,4 3 0,-4-6 83,-2-6 1,-2-9-1,-2-10 1,-1-1-77,1-5 1,-3 5 0,-1-3-1,1 1 99,-1 1 1,-3-4-1,3 7 1,1-1 66,-1 0 1,1 2 0,1 6 0,-3 2 224,0 4 0,-5 3 9,9 8 1,-8 2-1,3 4 1,-1 5-21,0 4 0,-1 2 0,-5 2 0,0 2-112,0 2 0,6 2 0,0-4 0,-2 2-597,-3-2 0,-1-2 0,0-2-682,0 0 0,6 0 446,0 0 0,2-7 0,-3-5 0,7-5 411,3-5 1,2-7 0,0-9 0,0-3 546,0-3 1,1 4 0,-1-4-1,-2 1 752,-4-1 1,3 6-1,-7-2 1484,3 4 0,-5 6-1475,7 7 0,-8 10 0,1 21 0,-1 9-407,2 10 1,-2 5-1,5 5 1,-1 3-288,-4 6 1,3 5 0,-1 6 0,-2 6-682,-2 4 1,-10 0 0,-3-4 0,-5-8 5,-1-7 0,0-10 0,0-13 0,2-10-80,3-5-1,-3-12 1,6-11 82,-1-8 1,2-8 0,8-9 0,0-5 214,0-7 1,2 1-1,4-14 1,6-1 174,3-3 0,2-1 0,0 2 0,0 1 220,0 2 1,0 6-1,2-3 1,2 1 267,2 4 1,6 7 0,-5 3 0,3-3 117,4-1 1,1 3 0,4 3 0,2-1-183,2 0 1,0-1 0,-4-6-1,2-1-297,2 1 1,0-2 0,-6-4 0,-1-4-10,-5 1 0,-11 1 0,-11 9 0,-4 3 347,-2 1 1,-2 10 0,-4 2 0,-7 10-11,-8 5 1,0 11-1,-7 10 1,-1 12-99,2 7 1,1 15-1,5 0 1,-2 6-438,2 6 0,4 5 1,6 1-1,5-7-930,4-3 0,4-5 1,7-9-1,14-7-426,15-9 1,14-11-1,14-25 1,20-14 320,-35 1 0,3-4 1139,14-7 0,2-5 0,4-7 0,1-4 0,11-2 0,-1-1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7T16:34:59.252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1 0 9241,'0'17'404,"0"-5"1,0 1 0,2 4 28,3 4 1,-1 10-1,8-1 1,3 8-128,6 8 1,0 5-1,5 8 1,1 10-150,0 9 1,-1 11 0,5 6 0,-18-46 0,0 1-107,0 2 0,-1 1 1,0 4-1,-1 2 1,-3-1-1,-1 2 1,-1 2-1,0 1-140,-3 2 1,-1 0-1,0-3 1,-2 1-1,0 3 1,0 0-1,0 1 1,0 1 101,1 2 1,-2 1 0,-2-6-1,-1-1 1,-2 0 0,0-1 0,-1-4-1,-1-2 53,-1-1 1,1-1-1,1 0 1,0 0 0,0-1-1,-1-1 1,-1 1 0,-1 0 16,1 0 1,-1-1 0,1-1 0,1 0 0,1 1 0,1-1-1,0 2 1,0 1-9,0 2 0,-1 0 0,0-1 1,-1 0-1,0 1 0,1 0 0,0 1 1,0 0-18,1 1 1,1 0 0,2 2 0,0 0-1,-2 0 1,1 0 0,-1 0 0,2 0-52,1-2 1,0-1 0,1-3 0,0-1-1,1 0 1,0 0 0,0-2 0,0-1-211,0 46 1,2-13 0,2-16 0,4-9-23,1-5 0,-5-11 0,4-4 0,-3-9-151,1-7 0,0-4 0,-6-2-391,0 0 1,7-9 117,5-8 1,-3-10 0,3-13 0,-1-5-137,-1-5 0,5-5 785,-4-7 0,-3 7 0,-1-12 0</inkml:trace>
  <inkml:trace contextRef="#ctx0" brushRef="#br0" timeOffset="467">258 4932 7716,'17'0'277,"0"0"-155,0 0 1,-4-6 0,3 1-1,3 1 7,0 2 1,7 2 0,5-2 0,7-2 155,7-1 0,9-3 1,7 2-1,11-3-50,10-1 1,9-5-1,-37 10 1,1 1-1,1-2 1,0 0-114,0 0 1,0 1-1,4-1 1,0 0-1,-1-2 1,2-1-1,5 1 1,1 1-148,6 1 0,1 1 0,-4-3 0,0 0 1,5 3-1,1 1 0,-3-2 0,0 0 130,1 1 1,1-1 0,5 0 0,1 1 0,2-3 0,0 0-1,0 1 1,-1 1 36,-2 0 1,-2 1 0,2 2 0,0 0-1,2-2 1,0-2 0,1 2 0,-1-1-91,1 1 0,0 1 0,-4-3 1,0 0-1,2 3 0,0 1 0,-2-1 1,-1 0-99,0 1 1,-1-2 0,3-1 0,-1-1 0,-3 2-1,-1 1 1,1-2 0,0 0-56,-2 0 0,-1 1 0,-4 0 1,0 0-1,-3-1 0,0-1 1,-2 1-1,-1 0-95,1 0 0,0-1 0,-7 2 0,0 1 0,0-1 0,0 0 0,-4 0 1,-1 1-277,45-6 1,-4 4-1,-11-3 1,-6 1-7,-8 4 0,-5-3 0,0 1 1,-6 0-1092,-4-1 1569,-9 5 0,-2-11 0,-8 7 0,0 2 0,1 2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7T16:34:57.554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35 103 7733,'0'-11'-96,"0"0"-79,0-3 1,-2 5 698,-4-3 38,4 1 0,-7-4 616,3 3-642,4 5 0,-5 9-251,7 3 1,0 5 0,0 9-77,0 4 0,0-2 1,0 7-1,0 3-55,0 1 1,0 2 0,2 2 0,1 6 21,3 9 0,2 8 1,-5 12-1,3 3-29,-2 6 0,4 11 1,-3 6-1,-1 2-121,-2-2 0,-2 2 0,2-7 1,2-3 48,1-1 1,3 1-1,-4-3 1,3-8-1,3-6 0,-6-4 1,3 3-1,-1-1 12,0-1 0,0 3 0,-5-9 0,3 3 16,2 3 1,0-1-1,-6 1 1,0-1-42,0 1 0,0 1 1,0 5-1,0 5-39,0 3 1,0-3-1,-2 0 1,-2 4 2,-2 5 1,-5 4 0,3 5 0,-1-5 12,-5 0 1,5-5 0,-1 7 0,1-2-24,-1-2 1,1 4 0,-3-17-1,7 2-25,3 0 1,-4-7-1,0-1 1,3-6-126,1-3 1,2-13-1,0 1 1,0-3-485,0-5 0,2-3 0,3-11 69,7-6 1,5-6-1,4-6 1,2-7-969,-3-8 0,5-13 1517,-2-11 0,8-12 0,-5-4 0</inkml:trace>
  <inkml:trace contextRef="#ctx0" brushRef="#br0" timeOffset="598">138 4676 7888,'0'-10'469,"7"3"1,5 9 0,3 1-253,2 3 1,8 2 0,3-5-1,5 3-51,1-2 1,8 0 0,5 0 0,9 1-62,6-1 1,13-2 0,4-2 0,5 0-69,2 0 0,3 0 0,6 0 0,-44 0 1,1 0-30,0 0 1,1 0-1,3-2 1,0-2-1,0 1 1,0-1 0,2-1-1,0 0-31,2-1 1,0-1 0,-2 2-1,0 0 1,6 1 0,0-1-1,-1 0 1,1 0 89,2 0 0,0 1 0,2 1 0,1 0 1,0-1-1,0-1 0,2 0 0,-1 0 21,1 0 0,-1 1 0,-2-1 0,1 0 0,4-2 1,1 1-1,0 0 0,0 0-12,2 0 1,0-1 0,-4 2 0,-1 0 0,4 0 0,0-1 0,-3 0 0,-1 1-56,-3 0 0,1 0 1,2 0-1,1 1 0,-6 1 1,1 2-1,1-2 0,1 0-20,-1 1 1,-1 0 0,-4 1 0,0 0 0,-1 1 0,1 0 0,-1 0 0,0 0-73,1 0 1,-1 0 0,-3 0-1,-2 0 1,3 0 0,-2 0-1,-2 1 1,-1 0-135,-4 2 0,-1 0 0,45-1 0,-10 4 0,-1-4-27,-4-2 1,-4 5-1,-9 1 1,-3-2 34,-1-2 1,-9-2 0,-3 2-1,-11 1-364,-10 3 1,1 0 0,-8-6-720,-2 0 1280,-10 0 0,2-6 0,-7 0 0,0 1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7T16:35:08.734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 3374 9095,'11'0'630,"0"0"-531,3 0 1,-5 0-1,3 0-31,1 0 0,2 0 1,2 0-1,0 0 34,1 0 1,-1 0 0,0 0-1,0 0-70,0 0 0,2 6 0,2 0 1,2-3 46,-2-1 1,3-2 0,1 2-1,0 2-45,0 2 1,3 0 0,-3-6 0,2 1 12,3 5 1,-5-4 0,0 4 0,-3-4 9,1-2 1,8 5 0,-5 1-1,1-2-14,-4-2 0,1-2 1,1 0-1,0 0-32,0 0 1,3 0 0,-3 0 0,0 0 3,-1 0 1,-1 0 0,-4 0 0,2 0 10,2 0 0,0 0 1,-6 0-1,0 0-18,0 0 1,0 0 0,1 0-4,-1 0 0,0 0 1,0 0 16,0 0 1,-6 0 0,1 0 0,1 0-11,2 0 0,3 0 0,-1 0 1,0-2-32,0-4 0,0 4 0,0-3 0,0 3-1,0 2 0,1-2 0,-1-2 0,0-2 61,0 2 0,-6 3 0,1-1 0,1-2 10,2-2 1,2 0-1,1 6-32,-1 0 1,0 0 0,0 0-1,0 0-17,0 0 1,-5 0 0,-1 0 34,2 0 0,3 0 0,1 0-19,0 0 1,0 0 0,0 0 27,0 0 0,-5 0 0,-1 0 31,2 0 0,3 0 1,-1-2 18,-4-3 0,4 3 0,-3-4 0,3 4 0,-4 2 1,1 0-48,1 0 0,-3 0 0,-1-2 0,1-1-72,-1-3 1,3 0 99,5 6 0,0-2 6,0-3 0,0 3-49,0-4 0,0-2 1,1 3-22,-1 1 0,0 2 1,0 0-13,0-4 0,0 4 0,0-3-19,0 3 1,1 2 0,-1 0 1,0 0 1,-6 0-1,1 0 15,1 0 1,2 0 27,2 0 1,0 0 0,1 0 32,-1 0 0,-6 0 1,1 0-58,1 0 0,2 0 0,2 0 3,0 0 0,-5 0 1,-1 0-1,2 0 4,3 0 1,-5-2-1,1-2 1,1-2 27,2 3 1,2 1-1,0 2-3,0 0 1,1 0-1,-1 0 0,0 0 4,0 0 0,0-6 0,0 0 1,0 2-15,0 2 0,1 2 0,1-1 0,2-3 13,1-2 0,1 0 1,-6 6-1,2-2-43,4-3 1,-4 3 0,6-6 0,-2 3 64,0-1 0,5-2 0,-3 4 0,0-1 10,-1 1 1,-1 0 0,-4 0 0,2-1 35,2 1 1,0-4-1,-6 2 1,0 3-68,0 1 0,0-4 1,0 0-62,1 3 0,-1-5 0,0 2-8,0 2 0,0 1 1,0-1-1,0-2 1,0 0 0,1 6 68,-1 0 1,0-5 0,0-1 52,0 2 0,0 2 0,0 2 49,0 0 1,1 0-114,-1 0 0,0 0 0,0 0-39,0 0 0,0-5 33,0-1 1,-1-2-1,-3 4 1,-2-1-11,3 1 0,-5 0 0,3 0 1,1-1-11,2 1 0,-4 0 1,1 0-1,1-2-4,2 3 1,3-5 0,-1 2 0,0 1 47,0-3 0,-6 6 0,1-6 0,1 3 87,2-1 1,-3 0 0,-3 4-1,1-1-56,-1-3 1,1-2 0,3 5 2,-1-3 0,-7 0 10,7 6 0,-7-6-58,7 1 0,-7-7 37,7 7 1,-6-7 0,3 5 123,-1-3-176,5 6 0,-3-9-84,7 7 0,-6-5 87,1 5 1,-1-5-1,4 3-14,-3-1 1,3 5 0,-4-4-10,4 1 1,3 3 0,-1-6 56,0 3 1,0-5 0,0 5 81,0-3 0,0 4 0,0-3-86,1 1 1,-7 1 0,0 3 0,3-4-46,1-1 1,2 5 0,-2-4 0,-1 1-14,-3-5 1,0 3 0,7-1 0,1 1 1,3-1 0,-3 1 1,4-5-1,-4 3 77,-2-2 0,1 3 1,-1 1-1,0-1 30,0 1 1,0 3-1,-2-6 1,-1 1 113,-3 1 1,-5-3 0,5 6-100,2-3 1,1-1 0,-1-5-65,-1 5 0,-7-4 1,7 3-60,1-3 1,-4 4-1,1-1-13,-2-1 0,3 3 1,-3-1 64,1-2 0,-5 3 0,4 1 12,-1 1 0,-5-5 1,6 3-41,-1 1 0,-3-6 10,8 3 0,-9 3 1,5-1-1,-2 1 68,-1-1 0,7 4 1,-5-5-61,3-2 1,-4-1-1,3 1 22,-1 2 0,5-1 3,-2-5 1,-1 2 0,0 1 0,-1 3-11,1-2 0,-7 3 0,5 1 0,-2-1-32,-1 1 0,9-3 0,-3-5-32,4 0 1,-3 0 0,-1 0 0,1 0 16,-3-1 1,6 3-1,-3 2 1,1 2-1,-2-3 0,5-1 1,-7-2-1,3 0 54,-1 0 0,-5-1 0,3 1 0,1 0-67,-1 0 0,1 6 0,3-1 1,-1-1-64,1-2 0,-4-2 0,3-1 57,1 1 1,-3 0-1,-1 0 1,1 0 93,-1 0 0,-3 0 1,3 0 11,-1-1 1,-2 1-1,-4 2 1,1 2-9,3 1 0,0 1 0,-6-6-56,0 0 0,6 0 0,-1-1-88,-1 1 1,-2 0-1,-2 0 38,0 0 1,6 6 0,-1-1 0,-1-1 43,-2-2 1,-2 3 0,0 1 0,0-3 15,0-1 0,0 4 0,2-1 0,2-1-32,1-2 1,1 3 0,-4 1-1,2-2-56,2-3 1,1 5 0,-3 0 15,2-3 1,1-1 0,-3-2 25,2 0 1,0 0 0,-5 2 0,3 1-1,2 3 1,0-1 0,-6-5 18,0 0 0,5 0 1,1 0-1,-2 0-6,-2 0 1,-2-1-1,2 1 1,2 0-4,1 0 1,1 0 0,-6 0-1,0 0-1,0 0 1,0-2 0,0-2-1,0-2 31,0 2 0,0 2 0,0 2 0,0-2 38,0-4 0,0 4 0,2-4 0,2 4-49,1 2 0,1 5 1,-6 1-1,2-2-9,4-3 0,-4-1 0,5 2 0,-1 2 15,0 1 1,1 1 0,-3-6 54,2 0 1,5 5-1,-5 1-25,-2-2 1,3-3 0,-1-1 220,-2 0 0,3 6 0,-1-1-167,-2-1 1,0 3 0,0-1-144,1-2 0,3-1 0,-4 1-94,1 2 1,3-1 81,-2-5 1,-4 0-1,3 0 0,-3 5-858,-2 1-2037,0 7 715,0-3 1,0 9 803,0 3 0,-7 5 1,-3 7 1421,1 0 0,-14 8 0,4 1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7T16:35:18.600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0 4196 7655,'0'10'760,"0"5"-455,0-13 1,0 4 1,0-12 1,0 2 65,0-7 1,0 5-185,0-5 0,0 5 0,2-4 1,2 1 61,1-1 0,3 5 0,-4-7-3,2-1 0,1 3 0,-3-1 0,2-2 0,5 3 0,-5-1 0,0-3-112,1-1 0,-3 4 1,5-1-1,-1-1-76,-4-2 0,4-2 0,-1 0-48,3-1 0,-7 1 1,5 0-1,-2 0 5,-1 0 0,3 6 1,-4-1-1,2-1 5,-3-2 0,5-3 0,-2 1 0,-1 0 78,3 0 1,-6 0 0,6 0-1,-3 0 33,1 0 1,0 5 0,-6 1 0,2-3 39,3-1 1,-3 4 0,4-1-128,-4-1 1,-2-2 0,2-2-76,3 0 1,-3-1 0,6 1-1,-2 0 21,-1 0 1,3 0 0,-4 0 6,1 0 0,3 1 0,-4 3 1,2 2 12,-3-3 0,5 5 0,-2-3 0,-1 1 97,3 2 1,-4-7 26,7 5 1,-5-2 0,3-1-18,-1 3 0,4-1-13,-7-5 1,3 2 0,-4 2-107,1 1 0,3 3 1,-4-4-59,1 1 0,7 1 0,-5-6 32,3-1 0,-4 3 0,3 2 22,-1 1 1,3 1-1,-3-4 1,-1 2 70,1 1 1,-2 6 0,-4-3-1,2-1 171,1 1 0,3-1 0,-4-3-134,1 2 1,3-1 0,-4-5-96,1 0 0,3 6 0,-4-1-92,2-1 1,5-2 0,-3-1 0,-1 3-42,1 2 1,-1 1 0,-3-3 97,2 1 1,5 1-1,-5-6 37,-2 0 0,4 5 0,-3 1 7,-1-2 0,-2 3 1,0 0 27,4 3 0,-5-6 0,7 3-27,0 1 1,-6-7-25,3 5 0,3 1 44,-2-1 1,1 0-13,-1-7 0,-4 7-24,4 0 1,-5 5 0,1-4-14,4 3 1,-4-1-72,4 2 1,1 3 70,-1-9 1,2 3-1,-5-5 8,3 3 0,0 5 0,-4-5 5,3-2 1,-3 3-2,4-1 1,-2 1 0,0-3 0,1 1-6,-1-1 0,0 4 1,0-3-21,1-1 0,9-2 0,-5-3 10,1 1 0,-1 6 0,-5-1 0,2-1 11,-2-2 1,3 4 0,1-1 0,-1-1-8,1-2 1,0 3 0,-4 1 0,3-1 9,3 3 0,-5-6 0,5 3-7,-3-3 0,5 4 0,-5-1 1,3-1 0,-4-2 5,5-3 1,-5 3-1,3 2-21,-1 1 1,3 1-1,-3-4 5,2 3 0,-5-3 16,7 4 0,-9-4 1,5-1 86,0 5 1,-6-4-50,3 3 0,-3 3 1,0-1 4,4 3 1,-4-1-55,3 2 0,-3 3 2,-2-9 1,2 1-6,4-6 1,-4 5 11,4 1 0,-5 5 1,1-4 1,4 3 1,-4-6-25,4 1 1,-4 3-1,-1-1-4,5 3 0,-2-7 5,7 3 0,-5 1 0,4-1-12,-3-2 0,5 3 0,-5-1 38,3-3 0,-5 5 13,7-3 1,-3 1-4,3-6 1,1 5 0,-5 3 21,1 1 0,-5 1 0,4 3-22,-1-2 0,-3-5 0,6 3-17,-3-1 1,1 5-1,-4-4 18,1 1 0,7 3 39,-7-8 0,7 7-28,-6-7 1,5 7 0,-3-5-24,1 2 1,-3-5-1,5 2 0,-5 1-15,5-1 0,-5 5 5,6-5 1,-7 5-1,5-6 79,-3-1 1,7 4 4,-3-3 0,-1 3 1,1-5-54,2 3 0,-3 5-17,1-5 0,1-1-10,5-5 0,-2 6 1,-2 1-1,-3 1 44,-3-1 0,1 7 0,-4-5 67,2 0 1,5-1-96,-5-8 0,7 5-13,-2 1 0,-3 5 10,-2-5 1,1 5 21,-1-5 0,2 7 1,-4-4-29,1 1 1,3 5 0,-4-6-5,1 0 0,3 7 1,-4-7-5,1 0 0,7 4 1,-4-5 12,1 1 1,-3 1 39,5 1 0,-5 4 0,3-5 30,-1-1 0,3 4 1,-3-5-51,2 1 0,-7 0 0,5 5-24,0-3 0,-5-6 0,9 5-40,1-3 1,-3 7 0,-1-5 0,1 2 18,-1 0 0,-3-5 22,5 5 0,1-7 54,5 2 1,-6 1-7,1-1 1,-7 7-21,7-2 1,-7-1 0,5-1-23,-2-2 0,3 5 1,-3-5 5,1 3 0,-3-1-22,5 2 0,-1 2 0,3-5-7,-1 1 1,-3 1-1,4 3-28,-1-2 1,-1-5 0,6 3 24,0-1 1,-1 3-1,-3-4 1,-2 3 14,3 3 0,1-4 0,2 1 12,0-3 1,-5 7 0,-1-3-8,2 4 0,-3-4 1,1 0 1,3 3 1,-5-5-1,3 2 1,1 3 0,-4 1 0,1 0 1,-1-2-6,1-2 1,-4 1 0,3 3-2,-1-4 1,5 4-5,-2-4 0,3 3 0,-1-1 0,-1-2 0,-1-2 0,6 5-3,0-3 0,0-2 1,0 4 0,1-1 0,-1-7 0,0 7 3,0 1 0,-6 0 1,1 0 0,1-2 1,2 1-1,2 3 0,1-4 1,-7 4 0,0-3-1,3 3 1,1 2 0,0-2-1,-3-4 1,3 4-1,-4-4 20,4 5 1,1-1 0,-3-2 0,-2-2-11,3 2 0,-5 2 1,3 2-1,1 0 28,2 0 1,0-1 0,-1-3-1,-3-2-18,2 2 1,3 2 0,1 0 0,0-1-14,0-3 0,0 0 0,0 6-16,0 0 0,1-2 0,-1-2 0,0-1 40,0 1 1,-6 2 0,1 2-1,1 0-1,2 0 0,2-6 0,1 1 0,-1 1 11,0 2 0,-6 0 1,1-2-1,1-2 5,2 3 0,2 1 0,0 2 0,1-2-27,-1-4 0,0 4 1,0-3-25,0 3 0,0 0 0,0-2 0,0-2-2,1 2 1,-1 3 0,0 1 0,0-2 17,0-4 0,6 4 0,0-4 0,-2 4 56,-2 2 1,-2-5 0,0-1 0,2 2-6,4 2 1,-4 0-1,4-1 1,-4-3-20,-2 2 1,0 2 0,0 0 0,0-2-51,0-1 1,0-1 0,1 6-1,-1 0-14,0 0 0,0 0 0,0-2 37,0-4 0,0 5 0,0-5-23,1 4 0,-1 2 0,0 0 0,-2-2 36,-4-4 1,5 4 0,-5-3 15,4 3 1,2 2 0,1-2-1,-1-2-8,0-2 1,-6 1 0,1 5-1,1 0-10,2 0 1,2-6 0,0 0-1,1 2-6,-1 3 0,6 1 0,-1 0 0,-1-2-31,-2-4 1,-2 4 0,2-4 0,2 4 74,2 2 1,2-1 0,-4-3 0,2-2 32,-2 2 0,0 0 0,0 1 0,1-3-72,-1 2 1,-2 2 0,-2 0 0,1-2-18,-1-1 0,0-1 1,0 4-28,0-4 1,-6 5 0,1-5-19,1 4 0,2 2 0,3 0 24,-1 0 0,-6 0 0,1 0 11,1 0 0,-4 0 0,3 0-145,1 0 1,2 0-1,2 0 26,1 0 1,-1 0 0,0 0 0,0 0-26,0 0 0,2 6 0,2-1 0,4-1-2,1-2 0,-3-2 1,4 0-1,0 0-11,-1 0 0,3 0 1,5 0-1,-2 0 36,-3 0 0,3 0 0,-3 0 0,1-2-116,-1-4 1,1 5-1,-5-7 1,0 2-289,-1 0 0,1-1 0,-4 3-412,2-2 1,0 1 0,-6 5 22,0 0 0,0 0 0,-2 2 915,-3 3 0,-5-3 0,-7 6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7T16:35:27.533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 35 9432,'19'0'26,"4"0"0,7 0 98,8 0 0,10 0 1,14 0-1,13 0-157,6 0 1,13-6 0,5 0 0,-47 4 0,2 0-158,3 1 1,0 1 0,1-1-1,0 2 1,-1-1 0,-1 0-164,-4 0 1,-2 0 0,46-8 0,-11-2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7T16:35:26.433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274 103 8655,'2'12'1025,"4"-1"-524,5 2 1,4 8-1,3 4 1,-1 2-335,0 3 1,-6 2 0,1 5 0,-1 3-122,-1 5 0,3 10 1,-7 2-1,-3-1-605,-1-3 1,-2-4-1,0-3 1,-2-6-611,-3-4 1,1-5-1,-8-9 1169,-1-10 0,-2-8 0,-2-4 0</inkml:trace>
  <inkml:trace contextRef="#ctx0" brushRef="#br0" timeOffset="216">0 583 7713,'0'-12'228,"2"1"0,4-3 563,5-1 0,22-4 1,14-4-1,20-7-638,16-8 1,-32 18 0,1 0-1,7-4 1,2-2 0,2 1-1,2-1-157,-1 2 0,1 1 0,-5 0 0,0 2 0,-5 3 0,-2 2 0,-2-1 0,-1 1-331,41-12 0,-3 3 1,-20 10-1,-9 1 335,-9 3 0,-16 0 0,-9-7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7T16:35:25.516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419 33 7713,'-9'-12'190,"1"3"107,1 1 1,5 4 0,-4 12 95,4 9 1,4 8 0,2 9 0,3 2 9,3 4 0,-4 6 0,3 11 0,1 8-219,-1 7 0,-5 6 0,2 6 0,-4-2-230,-2-3 1,0-4-1,0 1 1,0-6-262,0-9 1,0-13 0,0-8 0,-2-6-877,-4-6 0,2-5 449,-7-11 0,5-5 0,-4-9 734,3-3 0,-6-7 0,1-11 0,-11-3 0,-3-9 0</inkml:trace>
  <inkml:trace contextRef="#ctx0" brushRef="#br0" timeOffset="200">25 666 7713,'-17'-7'360,"10"5"0,10-2 128,18 8 1,8-2 0,17 3-1,1-3-490,3-2 1,9-2 0,3-1 0,7-5-154,5-1 1,-3-5 0,3-7 0,-6-2-324,-5 2 1,4 1 0,-6-1 0,-1 0-951,-2 5 1428,-13-1 0,5 8 0,-7-8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7T16:35:28.366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0 0 8756,'10'12'330,"7"-1"1,9 1-1,16 5 1,10 0-262,8 0 0,24-2 0,13-1 0,-42-9 0,2-1-340,5 0 0,0 0 0,6-1 0,1-1 0,7-2 1,0-1-1,4-1 0,0 0-396,3 0 1,0-2 0,0-6-1,-1-1 1,-5 2 0,0-1-1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9T05:13:06.377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315 297 8039,'-12'18'366,"1"-1"0,7 1 0,-2-1 0,4 2-42,2 5 0,0 3 0,0 8 0,0 0 59,0 0 1,6 5 0,1 3 0,3 0-150,4-1 1,-5-1 0,1-6 0,0 0 23,0 0 0,-7-8 0,5-4 1,-2-3 293,0-3-432,0 1 1,-6-10-262,0-8 1,0-8 0,-2-10 0,-2 1-291,-2-1 0,-8 1 0,3-1 48,-5 1 1,5 0 0,-1-1-1,-2 1 2,-1-1 1,-5 1 0,-1-1 0,-2 3 222,2 3 1,-1 2 0,1 6 0,-2-1 330,1 1 0,3 4 1,1 6-1,1 5 178,-1 5 1,9 7 0,1 2-1,2 0-125,0 1 1,0 5 0,6-4 0,0 2-119,0 0 1,8-8 0,6 3-1,5-5-252,4-1 1,7-3-1,-5-3 1,2-6-216,4-4 1,2-2-1,2 0 1,-2-2-247,-4-4 0,4-2 0,-4-6 1,2 3-437,-2-3 1,-3-1 1040,-9-3 0,8-7 0,2-2 0</inkml:trace>
  <inkml:trace contextRef="#ctx0" brushRef="#br0" timeOffset="202">594 716 7635,'-8'18'233,"7"-1"1,-5 1 125,4-1 0,2 1 1,0-1-1,0 2-243,0 5 0,6-11 0,1 5 0,1-3-176,0 1 0,4 1-1351,-7 1-295,9-9 1706,-4-1 0,-1-16 0,-1-1 0</inkml:trace>
  <inkml:trace contextRef="#ctx0" brushRef="#br0" timeOffset="569">874 664 7612,'-18'12'436,"1"-1"0,1-5 0,3 6-242,1 1 0,8-3 1,-4 0-1,3-1-41,-1 1 0,0-4 1,6 5-26,0 3 0,0-4 0,0 1-45,0 3 0,2-6 0,2 0 0,3-3-52,3 1 1,-4 0 0,6-6 17,1 0 1,-3 6 0,2 0 41,1-3 1,-3-1 0,0 0 164,-3 4 1,-1-2-194,-6 8 1,-2-6 0,-4 3-268,-5-1 0,-5 0 0,-1-4 1,-1 1-460,1-1 1,-1-2-1,1-2-190,-1 0 1,7 0 852,-1 0 0,8-7 0,-4-3 0</inkml:trace>
  <inkml:trace contextRef="#ctx0" brushRef="#br0" timeOffset="852">1467 594 7612,'-27'8'-3,"-4"0"1,8 5 0,2-1 199,1 1 1,3 3 0,-1 3-1,1 3 398,-1 1 0,9 0 0,3-3 0,4 1-426,2 2 0,0 1 0,0-7 1,0 0 4,0 1 1,2-6-1,4-3 1,5 1-148,5 0 0,-5-6 1,1 1-1,2-3-211,1-2 0,3-2 0,-1-2 0,1-3-251,-1-3 0,1-2 0,-1-5 1,0 1-145,1 5 1,-1-5 0,-1 5 578,-4-5 0,11-9 0,-4-2 0</inkml:trace>
  <inkml:trace contextRef="#ctx0" brushRef="#br0" timeOffset="1169">1712 629 7612,'0'17'49,"0"-5"0,2 0 0,2 1 229,2 3 0,7 1 1,-1-1-1,3-3 264,3-1 1,-1-2 0,3 3 0,1-3-203,2-2 1,1-2 0,-7-6 0,1-2 39,-1-4 0,6 2 0,-1-8 0,-5-1-56,-3-3 1,-5-7 0,3 0 0,-4-1-96,0-1 0,-7 6 1,5-7-1,-4 3-624,-2 0 0,-6-2 0,1 3 0,-1-1-400,-2 2 1,4 1 0,-8 3-959,-1-1 0,-3 9 812,-1 3 1,-1 4 940,1 2 0,7 8 0,3 1 0</inkml:trace>
  <inkml:trace contextRef="#ctx0" brushRef="#br0" timeOffset="1586">2812 297 7578,'-27'0'0,"2"2"-151,0 4 0,5-2 0,-5 5 1,2 1 350,-1 0 0,1-4 0,6 5 0,-1 1 206,1-2 1,5 3 0,0-5 0,1 2-171,1 3 0,0-5 0,6 0-107,-1 0 0,-1-5-153,6 9 0,8-6 1,3 4 18,5-3 1,1-1-1,1-6 133,-1 0 1,1 0 0,-1 2 0,1 2 60,-1 2 0,-1 2 0,-3-4 235,-1 1 0,-6 7 0,3-4-257,-1 1 0,-4-3 0,-10 4 1,-6 0-255,-3-1 0,-4-3 0,-3 4 0,-3-2-64,-2-4 0,-2 3 0,-6-1 0,2-2-731,4-2 0,-2-2 0,7 0-1631,3 0 2513,2 0 0,1-8 0,1-2 0</inkml:trace>
  <inkml:trace contextRef="#ctx0" brushRef="#br0" timeOffset="1952">3161 192 7634,'-23'2'228,"0"4"0,0-2 0,5 6 0,-1-1-17,-5 1 1,11-4 0,-5 6-288,3 1 0,1 3 0,1 1 196,1 1 0,8-7 207,-2 1 1,6-2-145,6 1 1,4 3 0,7-8-81,1-3 0,-1 1 0,1 0 0,-1 2 41,1-2 1,-1 0 0,1 0 162,-1 2 1,1 5 0,-1-3 117,0 2 0,-7 1-302,-4 7 0,-6-1 0,-6-1 0,-5-3-331,-5-1 0,-7-2 0,-1 1 0,1-3-418,-2 0 1,4-6 0,-7 4 0,3-4-430,4-2 0,1 0 1055,3 0 0,0-8 0,-1-2 0</inkml:trace>
  <inkml:trace contextRef="#ctx0" brushRef="#br0" timeOffset="2152">3301 210 7548,'0'17'0,"0"1"33,0-1 1,0 1-1,0 1 1,0 2 27,0 3 1,0-1 0,0-6 0,2 1-312,4-1 0,-2 1 0,6-1-827,-3 1 1077,7-9 0,-4-1 0,7-8 0</inkml:trace>
  <inkml:trace contextRef="#ctx0" brushRef="#br0" timeOffset="2469">3581 315 7566,'-12'17'-80,"0"1"0,8 1 0,-1 2 0,3 3 659,2-3 0,2-8 1,3-1-1,7 2-216,4 1 1,3-5-1,2-4 1,3-4-196,-3-2 1,-2-2 0,-1-2 0,-1-4-87,1-2 1,-3-1-1,-1-9 1,-4-1-37,-3-2 0,-1-3 1,-6 5-1,0-2-207,0 2 1,-8 1 0,-3 3-1,-5-1-285,-1 1 1,-1 1 0,-1 3 0,-2 3-210,-3 2 0,1 2 0,6 6 1,-1 0-446,1 0 1100,-1 0 0,1 0 0,-1 0 0</inkml:trace>
  <inkml:trace contextRef="#ctx0" brushRef="#br0" timeOffset="2853">4087 175 7659,'8'10'480,"-6"-1"0,6-3-239,-1 6 0,-5 3 0,6 3-106,0-1 1,-6 1 0,5-1 0,-1 1 58,0-1 0,0-5 0,-4-1-93,4 3 1,-2-6-359,7-3 0,-7-5 0,4-5 20,0-7 0,-6-3 0,5-3 1,-1 1 74,0-1 1,8 1 0,-3-1 0,5 3 132,1 3 0,1-4 0,-1 7 0,1-1 169,-1 4 0,2 4 1,3 2-1,3 0 71,2 0 0,-4 6 1,5 2-1,-1 2-139,0 3 0,-4 3 0,6 1 0,0 1-182,-1-1 0,-3-5 0,-8-1-776,1 3 886,-8-6 0,-3 0 0,-7-8 0</inkml:trace>
  <inkml:trace contextRef="#ctx0" brushRef="#br0" timeOffset="3069">3196 0 7689,'-7'18'-272,"5"-7"1,-6 1 74,0 2 0,6 1-383,-4 3 580,4-1 0,2 0 0,0 1 0</inkml:trace>
  <inkml:trace contextRef="#ctx0" brushRef="#br0" timeOffset="3303">734 402 7614,'17'0'133,"1"-2"-207,-1-4 1,7 4 0,-1-4 73,-2 4 0,-1-5 0,-3-3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9T05:13:05.343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400 0 8584,'-18'0'336,"7"0"0,1 2 1,2 4 234,4 6 1,2 9-1,2 6 1,0 4-121,0 6 0,8 11 0,4 3 0,1 7-194,-1 4 0,4 2 0,-7 8 0,3 0-434,0-2 1,-9-4 0,3-16 0,-2-5-1379,2-10 674,-4 0 1,6-26 0,-10-3 195,-4-14 0,2-7 0,-8-3 0,-1 1 685,-3 0 0,-9-9 0,-2-1 0</inkml:trace>
  <inkml:trace contextRef="#ctx0" brushRef="#br0" timeOffset="419">33 419 7600,'-17'0'1807,"7"2"-1545,4 4 0,18-2 0,7 6 0,6-1-167,6 1 1,4-6 0,4 4 0,4-2 27,1-1 1,3 1-1,5-6 1,1 0-128,-1 0 1,6 0 0,1 0 0,-3 0-32,-2 0 0,-1-6 0,-3-1 0,-3-1-35,-7 0 0,-5-4 0,-6 7 432,-5 1-154,-13 2 0,-3 4 0,-10 2 0,-2 3-6,-2 3 1,-5 4 0,3 7 0,0 2 58,1-1 0,-5-3 0,6 0 1,2 3-142,2 1 0,2 0 0,0-5-2,0-1 1,8-1 14,4-5 0,3-3 1,3-8-1,-3-2-110,-3-4 0,3-3 1,-5-11-1,0-1 11,-4-2 1,-3-3 0,1 5 0,2-2-104,-2 1 1,-4-3-1,-4 2 1,-4 2-296,-1 1 0,-3 3 0,-5-1 0,-1 1-236,1-1 0,-1 1 1,1-1-1,-1 1-1789,1 0 2389,-1 7 0,1-13 0,-1 3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9T05:13:02.447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71 228 7610,'-18'0'1163,"7"0"149,-1 0-27,8 0-5,-4 0-485,8 0 0,-2 0 1047,-3 0-362,3 0-431,-6 0-251,8 0-90,0 0 1,8 2 0,3 2-544,5 1 1,9 7 0,6-4 0,8 2-1,7 3 0,9-3 0,9 1 0,13 1-149,13-2 1,-40-6 0,3 0 0,2-4 0,0 0-1,0 0 1,1 0-216,0 0 1,0 0 0,-3 0 0,-1 0 0,3-1 0,-1 0 0,-3-1-1,-1 0-480,45-4 0,0-6 0,-21 5 0,-7-1-41,-6 0 0,-3-4 0,-8 7 0,-9-1-185,-8-2 1,-17 6 0,-1-6-570,-5 0 0,-6 5 1474,-10-9 0,-12 8 0,-9-4 0</inkml:trace>
  <inkml:trace contextRef="#ctx0" brushRef="#br0" timeOffset="1449">2289 106 7875,'0'-12'1671,"0"0"-408,0 8-686,0-3 0,-2 9 1,-2 3-274,-2 7 1,0 4 0,6 1-1,0 0-184,0 1 1,-2-1-1,-2 3 1,-1 1-97,1 2 0,-4 1 0,2-7 0,0 1-149,-2-1 0,7-5 0,-5-1-285,4 3 1,2-4-9,0 1-1,0-9 262,0-2 1,0-7 0,2-11 0,2 1 67,1-1 0,9-1 0,-4-3 0,1-1 99,1 2 1,0 1-1,3 3 1,-1 1 253,-3 5 0,-5-3 0,6 8-57,1 2 0,-3 2 1,0 4-1,-2 4 7,-5 6 0,-1 9 0,-2 4 0,0 5-178,0 6 1,-2-1-1,-1 6 1,-5-4-187,-2-2 0,4-6 0,-3-2 0,1-2 39,4-3 22,-6-3 0,8-11 0,-3-8 54,3-10 0,7-11 0,3-4 0,2-3 16,3-3 1,1 4 0,0-2 0,-3-2-14,3-2 1,1 4-1,3 2 1,-3 0 40,-3 0 0,2 5 1,-7 1-1,3 5 194,4 5 1,-5 7-55,3-2 1,-2 6 0,3 6 0,-3 7-49,-2 9 0,-1-1 0,-3 6 0,4 0-299,2 1 1,-6-1-1,3 2 1,-1-4-207,0 0 0,2-5 0,-4 3 1,4-6-842,1-5 1,-3 2 156,6-9 1,-1 1 1087,7-6 0,-9 0 0,-1 0 0</inkml:trace>
  <inkml:trace contextRef="#ctx0" brushRef="#br0" timeOffset="1763">2917 123 7686,'-11'6'859,"-1"2"-440,-2 1 0,5-3 1,-3 6-199,-1 1 0,5 3 0,2 1 0,4 1-57,2-1 0,0 3 0,0 1 0,0 2-1,0-1 1,2-5 0,2-3 0,4-3-34,1 3 1,3-6 0,5-3 0,1-3 6,-1-2 1,-5 0 0,0-2 0,1-1-33,3-3 1,-5-8 0,-1 3-1,-2-5-118,-4-1 1,-2-1-1,-2 1 1,0-1-247,0 1 0,-8-1 1,-4 1 0,-3-1 1,-3 3 0,1 1 0,-1 5-749,1 1 1,-1-4 0,1 6 1005,0 2 0,-1-5 0,1-1 0</inkml:trace>
  <inkml:trace contextRef="#ctx0" brushRef="#br0" timeOffset="2363">3267 123 7778,'-12'2'978,"0"4"0,7-2 0,-5 7-481,2 3 1,2 1 0,6 5-249,0 3 1,0-4-1,2 5 1,2-5-101,2-1 1,2-1-1,-4 1 1,3-1-115,3 1 1,-4-3-1,4-1 1,-1-5-72,1-1 0,-4-2 1,5-6-114,3 0 1,1-8 0,3-4 0,-3-5-25,-3-6 1,4 1-1,-7-5 1,3 0 13,0 0 1,-3 0 0,3-4 0,-4 4 59,0 1 0,-5-3 1,7 6-1,-2 2 349,-4 1 1,-2 9-119,-2-1 1,0 10 0,0 2 0,0 10 105,0 5 0,0 3 0,0 1 0,2 2-121,3 3 0,-1-1 0,8-6 0,2 1-126,1-1 0,3-1 0,-1-3 1,0-3-5,1-2 0,5-2 0,0-6 0,1 0 21,1 0 0,-6-2 1,5-4-1,-5-6-26,-1-3 0,5-3 0,0 1 16,-2-1 0,-1 1 0,-5-1 1,-1 1-30,-2 0 1,-7 5 0,5 0-59,-2-1 0,0-3 142,-2-1 0,-6 1 0,0 5 1,-10 5 206,-6 4 0,-1 4 1,-1 4-1,1 7 0,-1 8 0,-5 1 1,0 7-1,2 2-12,1 2 0,3 2 0,1 0 0,4-2-480,7-4 1,3 4 0,2-4 0,2 2-576,3-2 0,13-4 1,13-9-1,8-4-753,7-7 0,13-3 1560,5-2 0,4-23 0,1-6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9T05:13:16.446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1667 2062 7671,'10'7'-1177,"-3"3"1137,1 8 0,-4-1 210,8 1 1,-8-7 95,1 1 1,5-6-23,2 5 1,-3-7-101,3 2 0,0-4 0,5 0-21,1 4 0,-7-4 1,1 4-1,2-5-29,1-1 0,3 0 1,-1 0-1,0 0-20,1 0 0,-1 0 0,1 2 0,1 2-2,5 2 1,-3 0 0,6-6 0,0 0-46,0 0 1,1 2 0,3 2 0,-2 2 5,2-3 1,8 1 0,1 0-1,-1 2 5,-2-2 1,0 0 0,2 0-1,3 1-6,3-1 0,-4-2 0,3 0 0,1 2 4,0 2 1,-7 0-1,5-6 1,-2 0 18,0 0 0,1 0 0,-3 0 0,4 0-39,1 0 0,-3 0 0,4 0 1,-1 0 10,1 0 1,-6 0-1,4 0 1,-3 2-23,1 4 1,2-5-1,-4 5 1,1-4 11,-1-2 0,-2 0 0,-4 0 0,0 0 22,2 0 1,-6 0-1,8 0 1,-6 0 18,0 0 0,2 0 0,2 0 0,0 0-42,0 0 0,-6 0 0,0 0 1,2 0-31,2 0 0,0 0 0,-2 0 0,-2 0 28,2 0 0,2 0 0,0 0 0,-2-2 12,-2-4 0,-1 5 1,3-5-1,-2 4 12,2 2 1,2 0 0,0 0-1,-2 0-30,-2 0 0,0 0 0,6 0 1,0 0-6,0 0 0,-6 0 0,0 0 1,2 0 7,2 0 0,2 0 0,0 0 0,-2 0 10,-4 0 1,4 0 0,-4 0-1,2 0 39,-2 0 1,4 0-1,-4 0 1,4 0 5,2 0 1,-6 6 0,0-1 0,1-1-50,-3-2 1,6-2 0,-4 0 0,2 0 19,-2 0 0,4 0 0,-6 0 0,2 2-3,0 4 1,0-4 0,4 4 0,-2-4-20,-1-2 0,-7 0 0,4 0 0,-2 0 44,-3 0 1,3 0 0,-2 0 0,0 0 12,3 0 1,-7 0 0,6 0 0,-1 0-35,-1 0 1,2-6-1,-4 0 1,5 2-36,1 2 1,-6 2 0,4 0 0,-1-2-13,-1-4 1,6 5 0,-6-5 0,1 4 38,1 2 0,-6 0 0,4-2 1,-1-2 23,1-2 0,-3 0 0,3 6 1,-2 0-24,2 0 1,-3-6 0,3 1 0,-3 1-14,-3 2 0,2 0 0,3-2 0,1-2 8,-2 2 1,-1 0 0,-3 1-1,3-3 20,3 2 0,-4 2 1,5 0-1,-5-2-8,-1-2 1,-1 0-1,0 5 1,1-3-34,-1-2 0,1 0 1,1 6-1,3-2-4,1-4 1,0 4-1,-5-4 1,-1 3-8,1-3 1,-1 4 0,0-4-8,1 4 1,-1-4 0,1 0 40,-1 3 0,1-1 0,-1 0 42,1-2 0,-1 0 1,1 6-28,-1 0 0,1-6 0,-1 0 4,1 3 0,-1-1 0,0 0-6,1-2 1,-1 0 0,1 4-25,-1-4 1,1 4 0,-1-5 0,1 1-5,-1 0 1,1-2 0,-1 4 0,1-1 25,-1 1 1,0-4-1,1 2 1,1 0-13,5-1 1,-5 3-1,4-6 1,-1 0-11,1 1 1,-4 3 0,5-4-1,-5 0 16,-1 1 1,5 3-1,0-4 1,-2 0 6,-1 1 0,-1 5 0,3-4 0,1 0 11,-2-3 1,-1 3 0,-3 0 0,1 2 4,-1 1 1,0-7 0,1 4-4,-1-2 0,1 1 0,-1-5-5,1 2 0,-9 7 0,-1-5 0,-2 0-26,0 1 0,2 3 4,-3-6 1,-3 6 0,4-5 56,-4-3 1,-2 4-37,0-1 1,0-1-31,0-5 1,0 5 0,0 0-9,0-1 0,0 3 0,0-2-26,0-1 1,0 3 0,0-2 12,0-1 1,0-3 0,0-1-6,0-1 0,0 7 0,0-1 5,0-1 1,0-3-1,0-1 21,0-1 0,0 1 0,0-1-16,0 1 0,0 5 1,0 0-1,-2 1 11,-4 1 1,4-5 0,-3 3 10,3-4 0,-4-1 0,-2-1 20,-2 1 1,7 0 0,-5-1 4,0 1 1,6-1-1,-6 3 1,3 1-29,-1 2 1,-2 3 0,4-5-1,-2 2-30,2-1 1,-3 3 0,1-1-2,2-3 1,-4 4-1,2-1-10,2-3 0,-3 4 23,1-1 0,0 5 56,6-6 0,0 6 35,0-5-51,0 7-28,0-4 38,0 8 647,0 0 1,0-8-661,0-3 1,0 1 0,2 0 0,2 1-36,2-1 0,-1-2 0,-5-5-13,0-1 0,0 1 1,2-1-1,2 1-14,2-1 0,0 1 0,-6-2 0,0-3 49,0-1 1,6-2 0,0 3 0,-1-1-11,3 2 0,-6-4 0,4 1 1,-4 3 40,-2 1 1,6 3 0,0 0 26,-3-1 0,-1 1 100,-2-1-7,0 8-64,0 3 0,0 9-53,0 3-26,0-3 2,0 6 1,0-6 205,0 4 112,0-4-138,0 6 142,0-8-32,0 0-337,-7 0 6,5 0 1,-8 0 0,4 0-19,4 0-23,-13 0 1,5 0-1,-6-2 20,5-4 1,1 4 0,4-4-55,-5 4 1,-5 2-1,1-2 1,1-2 29,2-1 1,1-1-1,-7 6 1,-1-2 22,-4-4 1,3 4-1,-5-4 1,0 4 3,-4 2 1,1-2-1,-1-2 1,-2-1-13,-2 1 0,-2 2 1,0 2-1,0 0 6,1 0 1,-3 0 0,-2 0 0,-4 0 13,-1 0 0,-1 0 1,-4 0-1,3 0 29,-3 0 1,-1 6-1,-3-1 1,1-1-12,0-2 0,-1 4 0,1 0 1,-2-2 7,-5-2 1,7-2 0,-2 0-1,5 0-5,1 0 0,-5 0 0,-3 0 1,-2 0-1,1 0 0,3 0 0,2 0 0,-3 0-6,-3 0 1,10 0 0,-5 0 0,3 0-1,-1 0 1,3 0 0,-1 0 0,-1-2-3,1-4 1,1 4 0,-5-4-1,1 4-15,0 2 0,-1 0 0,1 0 0,0 0-9,-1 0 1,1 0 0,-1 0 0,3 0 9,3 0 1,-3 0-1,5 0 1,-1 0-21,-1 0 0,-3 0 1,-5 0-1,5 0 0,-1 0 1,1 0-1,-2 0 1,-1 0 21,1 0 1,5 0 0,3 0 0,-1 0-4,0 0 1,5 6 0,-5 0 0,0-2 18,1-2 0,5-2 0,-4 0 0,2 0 3,1 0 0,-7 0 0,6 0 0,1 2-4,-3 3 1,6-3 0,-4 4 0,4-4-4,2-2 1,2 0 0,2 0 0,2 0 2,-2 0 0,0 0 1,0 0-1,4 0 0,2 0 1,-6 0 0,4-2 0,-1-2-1,5-1 0,-2-3 0,0 4 0,-1-2-1,1 2 1,-4-4 0,4 3 0,0 1-3,-1 2 1,-3 0 0,6-2 0,0-2-1,-2 2 1,5 0 0,-5 0-1,2-1 7,-1 1 1,1-4 0,6 2-1,-3 0-1,-3-1 0,3 5 0,-3-6 0,4 2-3,1 0 0,-5-1 0,-2 3 1,0-2-7,-1 2 0,1 2 0,4 0 0,-4-2 1,-3-2 0,5 1 0,-4 5 1,0 0-7,0 0 0,3 0 0,-5 0 0,0 0 8,2 0 1,-6 0-1,6 0 1,-2 0 1,0 0 1,1 0-1,-1 0 1,4 0 0,0 0 0,4 0 0,-7 1 1,1 3-2,0 2 1,6 0 0,-5-6 0,3 0 0,0 0 0,-6 0 0,5 0 0,3 0 2,2 0 1,-5 0-1,1 0 1,2 0 0,1 0 1,1 0-1,-2 0 1,-3 0 12,3 0 1,0 0 0,-1-2 0,-1-2-5,2-2 0,1 1 1,1 3-1,-2-2-1,-3-2 1,1 0 0,6 6 0,-1-2 1,1-4 0,-3 4 1,-1-3-1,-2 3 3,1 2 0,3-6 1,-1 0-1,-1 2 4,-2 2 0,-2-4 1,3 0-1,-1 1-1,2-3 1,-5 6 0,1-6-1,0 2 20,0 1 1,-4-1 0,3 4 0,-1-2-10,-4-2 0,-2 0 0,-2 6 0,2 0-25,4 0 0,-10 0 0,6 0 0,0 0-5,2 0 0,2 0 0,-8 0 0,0 0-14,3 0 1,-5 0 0,10 2-1,-4 2 8,-2 2 1,0 2 0,0-4 0,2 3-2,4 3 0,-4-6 1,6 2-1,-1-2-85,5 1 1,-2-3-1,2 4 1,3-2-1311,7 2 661,-3-4 1,16 4-1,2-12 1,14-6-1349,11-3 1,8-11 2087,5-3 0,13-11 0,9-5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9T05:13:19.945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36 350 7793,'-10'-2'2284,"4"-4"-1078,4 4-813,2-6 1,6 16-1,0 6 1,-2 5-129,-2 5 1,-2 7 0,0-2 0,0 4-188,0 2 1,0 0-1,0 1 1,0 3-96,0 2 0,-2-2 0,-2-10 0,-4-6-529,-1-3 191,5-3 0,-4-9 0,8-10 119,0-14 1,0-1 0,2-8 0,2-1 141,2-3 0,7-4 1,-1-2-1,3 0-29,3 1 1,-1-1-1,1 2 1,-1 2 38,1 1 0,-1 3 0,1-2 0,-1 6 152,1 3 1,-1 5-1,0 3 104,1 7 1,-3 5 0,-3 7 0,-4 9 43,0 5 1,-6 10 0,3-2 0,-3 4-55,-2 2 1,-6 0 0,-1 0 0,-1 0-164,0 0 0,-3-8 0,3-4 0,0-3 59,0-3 0,0-5-141,3 0 0,3-11 1,-4-1-139,4-9 1,2-7 0,0-3 0,0-3 121,0-1 0,6-2 0,2 4 0,-1-5-24,1-1 1,6 4 0,-5-4-1,3 0 10,0-1 0,-1 7 0,5-2 1,-3 1 132,-1-1 0,-2 10 0,3-3 288,-1 6 1,0 1-51,5 9 1,-7 4 0,-4 13 0,-3 2 2,3 5 1,-4-5-1,4 6 1,-4-1-51,-2-1 0,0 6 0,0-6 1,0-1-346,0-3 0,0-1 0,0-1-1775,0 0 1172,8-7 0,1-4 1,7-12 129,-4-5 1,1-5 0,-5-1 0,0-1 27,0 1 1,3-1 578,-5 1 0,8-9 0,-5-1 0</inkml:trace>
  <inkml:trace contextRef="#ctx0" brushRef="#br0" timeOffset="316">647 263 7803,'0'17'708,"-8"-1"-320,-3-5 1,1 3 0,0-6 0,1-1-67,-1 1 0,4 4 0,-4-4 0,1 1 129,-1 5 1,4 1 0,-4 3 0,3-1-156,3 1 0,-4 1 1,2 2-1,2 3-132,2-3 1,4-1 0,4-3-107,6 0 1,3-7 0,3-4 0,-1-4 11,1-2 0,1-8 1,2-3-1,3-5-136,-3-1 0,-1-9 0,-3-1 0,0-2 21,1 0 0,-8 0 1,-3-4-1,-1 2-42,0 2 0,0 5 0,-8-3 0,-4 2-500,-6 4 0,-3 1 1,-3 5-1,1 1-511,0 2 1,-1 3 0,1-3-116,-1 6 0,6 4 1213,1 2 0,-1 0 0,-5 0 0</inkml:trace>
  <inkml:trace contextRef="#ctx0" brushRef="#br0" timeOffset="881">857 175 7803,'-18'0'2535,"9"2"-1831,3 4 0,6-2 0,6 8-185,5 1 0,3 3 1,-1 1-1,-1 1-99,2-1 0,-5 1 0,1-1 1,0 2-336,-1 5 1,-3-5-1,4 4-55,-2-3 0,-1-3 0,-3 1-211,2-1 0,2-7-67,-2-4 1,-2-6 0,5-6 0,1-6-101,0-3 1,-6-5 0,3-1 0,1-4 103,4-2 0,-5 3 1,1-3-1,-2 2 41,0 4 1,6-5 0,-7 3 134,-1 2 282,6 1 1,-6 11 0,6 5-57,-3 8 0,1 5 0,-4 9 1,4-1-46,1 1 0,3-3 0,6-1 0,-1-4-7,0-3 1,1-1 0,1-6-1,3 0-58,1 0 0,8 0 0,-4-2 0,2-4-21,0-5 0,-5-5 1,3-3-1,-2-3 28,-4-1 0,-1-6 0,-5 6 0,-3 1-82,-6 3 1,-4 2 0,-2-1 0,-2 1 10,-4-1 1,-4 8-1,-7 5 1,-1 3 6,1 2 0,-6 2 1,-3 3-1,1 7 79,0 4 0,0 7 0,3 0 0,-1 0 7,2 3 1,7-1 0,2 6-1,1-4-215,1-2 0,2 4 0,8-5 0,4-3-413,8-2 1,3-3 0,18-4-1,8-7-940,8-3 1491,-1-9 0,28-11 0,-4-9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9T05:13:22.295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1590 1957 7733,'-17'0'781,"5"5"150,0 1 0,8 2 1,-1-2-417,3 6 0,2-3 0,0 3 0,0 3-46,0 7 0,2-3 1,2 6-1,3 1-241,3 3 1,-4-2 0,3 0-1,1-2-221,0-3 1,0-3-1,3-2 1,-1-1-136,1-4 1,-3-5 0,2-7 0,1-2-273,3-3 1,7-7-1,0-9 1,-1-5-310,-3-1 0,-7-2 0,-1-6 0,3 0 70,2 0 1,-5 0 0,-1 0 0,0 1-242,-1-1 1,-5 0 879,2 0 0,4 0 0,-1 0 0</inkml:trace>
  <inkml:trace contextRef="#ctx0" brushRef="#br0" timeOffset="400">2079 1730 7793,'16'17'88,"-3"-1"0,-3-3 200,-2-1 0,3-1 0,-3 9 0,0 1 157,0 2 1,3 3 0,-5-3 0,0 6-111,2 4 1,-6 2-1,3 0 1,-3 0-158,-2 0 1,0 0-1,0 0 1,0-2 69,0-4 0,-2-4 1,-3-6-18,-7 5 0,-4-13 0,-1 1-243,-1-8 1,7-4 0,-1 0-224,-1 0 0,3-8 0,0-4 0,0-3 29,1-3 0,5-5 1,-2-2-1,4 0-132,2-1 0,0-6 1,0-1-1,0-6 0,0 0 0,2-6 0,4-1 0,6-3 191,3 3 0,3 1 0,-1 6 0,2 0 322,5 6 1,-5 2-1,6 12 1,-1 5 246,-1 5 1,0 5 0,-5 10 0,-1 7 149,1 9 0,-7 5 0,-1 8 0,-2 0-346,-4-1 1,-3 1 0,-1 0 0,0 0-233,0 0 1,-5-6-1,-3-2 1,-2-1-524,-3-5 1,-3-2 0,-1-3 0,-1-4-375,1-7 0,-1-3 0,1-4 903,-1-3 0,1-13 0,-1-9 0</inkml:trace>
  <inkml:trace contextRef="#ctx0" brushRef="#br0" timeOffset="802">3459 1014 7870,'-10'-2'-1460,"2"-2"2236,1-2-94,5 0 0,-6 8-150,8 4 1,0 9 0,0 11 0,0 1-137,0 4 0,2 2 0,2 4 0,3 1-158,3 3 0,-4 8 1,4-3-1,-1 5-496,1 1 1,-4-1 0,4-3 0,-3-5-458,-3-6 1,-2 0 0,-2-14-734,0-2 0,-2-9 1448,-4-6 0,-3-4 0,-9-2 0</inkml:trace>
  <inkml:trace contextRef="#ctx0" brushRef="#br0" timeOffset="1251">3040 1380 7764,'-10'8'175,"2"-6"1,22 6 0,5-8 0,8 0-30,10 0 1,0 0 0,10-2 0,-1-2 25,-1-2 0,5-6 0,-5 7 0,1-1-8,1-2 0,-2 4 0,3-5 0,-5 1-199,-6 4 0,2-4 1,-12 2-1,0 2-137,-4 2 1,-9 2 80,-3 0 1,-9 0 172,-2 0 1,-2 6 0,-9 2 0,-3 2 42,-1 3 1,3 3-1,0-1 1,-1 1-25,-3 1 0,5-3 0,1 9 0,2-3-86,4-3 1,2 6 0,2 1 0,0-3-35,0-2 0,8-3 0,6-4 0,7-7 59,8-3 1,0-2 0,2-2 0,2-3 110,-2-7 1,0-6-1,4-5 1,-2-6-60,-4-4 1,-3-2 0,-9 0 0,-1 0-35,-5 0 0,-1 0 0,-6 2 0,0 2-136,-6 2 0,-6 8 0,-11-2 0,-5 3-421,-5 3 0,-4 5 0,0 2 1,2 3-670,2 3 0,0 2 1,-6 4 1167,0 4 0,0 3 0,0 9 0</inkml:trace>
  <inkml:trace contextRef="#ctx0" brushRef="#br0" timeOffset="1897">4908 821 9254,'-11'0'604,"-1"0"0,8 2 0,-2 4-238,4 6 1,2 5 0,0 5-1,0 3-94,0 2 1,0 2 0,0 6 0,0 2-271,0 4 1,0-4 0,0 1 0,0-5-288,0-4 0,0-5 1,0 3-2033,0-2 1591,0-9 0,0-10 0,0-12 0,0-8 266,0-7 0,6 1 0,2-5 460,2 0 0,1-2 0,7-8 0</inkml:trace>
  <inkml:trace contextRef="#ctx0" brushRef="#br0" timeOffset="2333">5135 839 7799,'0'17'0,"0"1"162,0-1 1,0 7 0,0-1 0,0 0 369,0 2 1,0-3-1,0 5 1,0 0-143,0 0 1,0-5 0,0 1 0,0-4-171,0-1 1,0-1 0,0 1 396,0-1-607,0-7 0,0-4 0,0-12 1,0-6-330,0-3 1,0-3 0,0 1 0,2-1 9,4 1 1,-2-6-1,6-3 1,-1 1 61,1 0 0,2-6 0,3 4 0,-1-2 103,-3-1 0,-1 9 0,4-2 0,-3 3 335,3 3 1,-4-1 159,1 1 0,-5 9 1,4 10-1,-2 12-71,-5 7 1,-1 10 0,0-2-1,2 6-271,2 6 0,2-6 0,-4 2 0,2-6-321,-3 0 0,5-6 0,0-2-592,2-3 0,1-11 325,7-3 1,-3-12 0,-1-7 578,-3-8 0,-7-7 0,4-7 0</inkml:trace>
  <inkml:trace contextRef="#ctx0" brushRef="#br0" timeOffset="2600">5642 1 7774,'-8'35'91,"-4"-1"0,3 1 0,-1 0 0,2 0 626,4 0 0,2 8 0,4 3 0,2 5-380,2 1 1,8 8 0,-3 3 0,3 1-348,-3 0 1,3-8 0,-8 0 0,-2-7-96,-2-9 1,-2-10-249,0-7 1,-2-12-1,-4-5-211,-6-4 1,5-4-1,-1-4 1,0-3-669,-4-1 1,-3-5 1231,-3 3 0,-7-11 0,-2-5 0</inkml:trace>
  <inkml:trace contextRef="#ctx0" brushRef="#br0" timeOffset="3017">5327 490 7774,'12'0'198,"-2"2"94,-2 3 1,5-3 0,-1 6 0,5 0-101,7 4 1,3-3 0,10 3 0,1 1 126,3 3 1,0 7 0,-4 1 0,2-1-49,1 2 1,-7-6 0,-9 5 0,-5-3 149,-2 2 0,-7-3 1,-4 5-213,-4 0 1,-8-5-1,-2 3 1,-1-6 104,-5-5 0,4-4-331,-1-8 0,5 0-59,-6 0 1,8-8-1,-1-4 1,3-5-70,2-6 1,0 3 0,0-5 0,0 2 13,0-1 1,0-7-1,0 2 1,0-2-129,0 2 0,5-2 0,3 6 0,2 0 30,3-1 1,3 3-1,1 8-42,1 3 0,1-2 0,3 9 0,1 3-69,-2 5 1,-1 5-1,-3 6 1,3-3-89,3 3 1,-4 7 0,5 3 0,-5-3 104,-2-2 0,7 5 0,-1-1 1,-2-4 322,-1-5 0,-9 2 0,1-5 0,0-3 0,5 0 0</inkml:trace>
  <inkml:trace contextRef="#ctx0" brushRef="#br0" timeOffset="3299">6253 682 7682,'8'-10'-105,"-6"0"0,4 5 562,-5-7 1,-1 2-203,0-1 1,0 5 0,-1-4 25,-5 2 1,-4 2-1,-7 6-78,-1 0 0,1 8 0,-1 4 0,1 3-21,-1 3 0,7 1 0,1 3 0,0 3-45,0 2 0,7-6 0,-3 3 0,6-5 49,6-2 0,3 1 0,11-3 0,3-1-81,6-2 1,-2-8 0,2-1 0,2-5-34,2-3 1,-5-15-1,-3 1 1,-4-4-40,-3-3 1,3-5 0,-11 2 0,-1-2-173,-3 2 0,-6-2 0,-6 6 1,-5 0-252,-5-1 0,-7-3 0,-2 6 0,-2 2-590,-5 1 0,-8 3 980,-7-1 0,-3-7 0,-3-2 0</inkml:trace>
  <inkml:trace contextRef="#ctx0" brushRef="#br0" timeOffset="3484">4646 367 7806,'-44'0'651,"3"2"1,14 4 0,11 4-655,14 0 1,12 5 0,15-5 0,10 1-1004,10 1 0,-3-8 0,1 2 1006,0-4 0,-6-2 0,5 0 0</inkml:trace>
  <inkml:trace contextRef="#ctx0" brushRef="#br0" timeOffset="4264">158 2970 7727,'-17'0'-4,"5"0"1,0 0 314,-1 0 0,3 0 436,-2 0 1,3 2 0,-5 3-464,2 7 1,9-2-1,-5 1 1,2 3-223,0 1 1,0 3-1,4 1 1,-2 3-36,-1 1 0,-1 2 1,6-4-469,0 3 0,0-1 0,0-5 0,2-3-833,4-3 1,-3-5 1273,9-7 0,0 0 0,5 0 0</inkml:trace>
  <inkml:trace contextRef="#ctx0" brushRef="#br0" timeOffset="4480">315 2865 7713,'-27'6'0,"6"1"-122,7 3 1,-1-4-1,3 6 1,-2 1 431,3 3 1,3 3 0,8 2 0,0 3-129,0-3 1,0 4 0,0-1-1,0-3-196,0-2 1,0-1 0,0-1 0,0 1-61,0-1 1,6-5 0,2-1 263,1 3-190,-5-6 0,12 7 0,-7-5 0</inkml:trace>
  <inkml:trace contextRef="#ctx0" brushRef="#br0" timeOffset="5130">403 3214 7758,'-18'6'0,"1"2"191,-1 1 1,3-3 0,1 6-1,2 1 137,-1 3 0,3 1 0,0 1 0,3-1-162,3 1 1,2 1 0,2 3 0,0 1-57,0-2 0,0-1 1,2-3-1,4 0-114,5 1 0,7-8 1,3-5-51,2-3 1,1-4-1,-5-3 1,2-7-34,3-4 1,1-3 0,-4-4-1,2-4 24,-1-1 1,3 1-1,-4 6 1,-3-4-15,-5-2 1,-3-1 0,2-1 0,-6 6-76,-4 4 1,-4 1 0,-4 1-1,-6 1-95,-3 5 0,-9-3 0,-1 8 1,0 2-402,0 2 1,-6 8 0,3 2 647,1 2 0,-6 1 0,6 7 0</inkml:trace>
  <inkml:trace contextRef="#ctx0" brushRef="#br0" timeOffset="5532">734 3109 7897,'0'18'378,"0"-1"1,0 1-1,0-1-112,0 1 0,0-1 1,0 1-1,2-1-149,4 0 0,-2 1 0,6-1-16,-3 1 0,5-1 0,-6 1 274,-2-1-483,5-7-78,-7-2 0,6-10 1,-8-4 109,0-6 1,0-3 0,0-3 0,0 1-2,0-1 0,0-5 0,0-2 0,0 0-83,0-1 1,6-3 0,0 6 0,0 0 132,1-2 0,-3 5 1,8-3-1,0 3 88,-3 3 1,7 5 0,-5 3 0,5 1-109,1 4 1,1 2 0,-1 2 0,1 0-238,-1 0 0,1 8 1,-1 3-257,1 5 1,-1-1 539,1-3 0,-1 4 0,1-7 0</inkml:trace>
  <inkml:trace contextRef="#ctx0" brushRef="#br0" timeOffset="5764">1206 2952 7982,'10'0'829,"-3"0"0,-7 8 0,0 4 1,0 3-742,0 2 1,0-5 0,0 0 0,0 1-249,0 3 0,0 1 1,2 1-740,4-1 1,-2 1-210,8-1 0,-7-7 1108,7-4 0,0-4 0,5-2 0</inkml:trace>
  <inkml:trace contextRef="#ctx0" brushRef="#br0" timeOffset="6031">1625 2795 7774,'-25'17'144,"9"-5"0,-5 0 1,2 1-188,5 3 0,-4 3 0,9 3 1,-1 3 700,4 2 0,4 0 0,2 4 1,0-2-307,0 2 1,0 2 0,2 2 0,2 0-222,2 0 1,0 0-1,-6 0 1,0-2-176,0-4 0,0 4 1,-2-6-1,-4 0-186,-6-3 0,3-7 0,-3-3 0,-2-5-360,-1-1 1,3-2 0,1-6-817,-3 0 1,-1-8 1405,-3-3 0,1-13 0,-1-3 0</inkml:trace>
  <inkml:trace contextRef="#ctx0" brushRef="#br0" timeOffset="6284">1730 2725 7624,'0'18'0,"0"-1"-145,0 0 0,0 7 1,0-1-1,0-2 615,0-1 0,0-1 1,0 3-1,0 1-178,0-2 1,0-1 0,0-3-434,0 0-199,0 1-292,0-8 1,0-5 631,0-10 0,8-5 0,1-8 0</inkml:trace>
  <inkml:trace contextRef="#ctx0" brushRef="#br0" timeOffset="6650">1887 2760 7769,'0'17'-19,"0"1"0,0-1 0,0 1 0,2 1 162,4 5 1,-4-5 0,5 4 0,-1-3 286,0-3 0,2-1 1,-4-3-1,2-1-206,-3 1 1,1-5-26,2-2 0,-4-6 0,4-6-205,-4-5 1,4 1 0,-1-2 0,-1-1-114,-2-3 0,-2-1 0,0-3 0,2-1-92,4-2 0,-4-1 1,4 7-1,-2-3 121,2-3 0,-3 10 0,7-5 1,-2 3 234,-4-1 1,5 1 116,3 3 1,-2 4-1,1 8-15,3 0 0,-4 8 0,-1 5 1,1 7-202,0 3 0,1 0 0,7-5 0,-3 1-397,-3 5 0,4-11 0,-5 5 0,5-5-611,1-3 0,1-2 0,-1-8 962,1 0 0,7 0 0,2 0 0</inkml:trace>
  <inkml:trace contextRef="#ctx0" brushRef="#br0" timeOffset="7182">2498 2620 7769,'-17'12'158,"-1"0"1,7-1 0,1 9-111,2 3 1,2-4 0,6 5 0,0-5-139,0-2 1,2-1 0,4-2 0,6-5 71,3-1 1,3-2-1,-1-6 1,1 0-7,-1 0 0,1-2 0,-1-2 0,1-4-84,-1-1 1,0-3 0,1-6 61,-1 1 1,-5 0 0,-2-1 0,-1 1-34,1-1 1,-6 6-1,2 1-18,-4-3 1,-2-1-63,0-3 194,0 9 0,-8 3 1,-2 12 16,1 5 1,1-1 0,6 2 0,-2 1 70,-2 3 0,0 1 0,6 1 0,0-1 18,0 1 1,2-3 0,4-1 0,8-5-79,7-1 0,-2-2 0,7-6 1,-1-2-77,4-4 1,4-5 0,2-13 0,-2-3-48,-4 0 0,2-8 1,-8 2-1,-1-6-33,-3 0 1,-3-3-1,-3 1 1,-3 2 75,-2 2 0,-2 0 1,-8-1-1,-4-3-7,-6 2 1,-3 2 0,-3 4 0,1 2 22,-1 2 1,1 15 0,-1 3 0,1 7 195,-1 4 1,1 8-1,-1 5 1,3 9-150,3 7 0,-1 4 0,7 2 0,0 1-201,-2 5 1,6 4 0,-5 7 0,1 1-114,0-1 1,-8 2 267,3 5 0,-5 3 0,-1 8 0</inkml:trace>
  <inkml:trace contextRef="#ctx0" brushRef="#br0" timeOffset="7466">1555 2550 7746,'-8'28'2215,"-3"-5"-2498,-5-4 0,8-3 0,8-5 0,10-5-75,6-4 0,1-2 0,1 0 0,-1 0-45,1 0 0,-7 0 403,1 0 0,-1-8 0,7-1 0</inkml:trace>
  <inkml:trace contextRef="#ctx0" brushRef="#br0" timeOffset="7649">787 2760 7709,'-55'0'1025,"9"2"-500,13 4 1,21-4 0,18 4-1,17-5-752,14-1 0,12 0 0,11-1 1,8-3-1249,4-2 1475,-5-16 0,11 11 0,-8-14 0</inkml:trace>
  <inkml:trace contextRef="#ctx0" brushRef="#br0" timeOffset="8435">3756 2271 7828,'9'-8'376,"5"-1"-125,-8-9 0,5 6 0,-5 1 270,-2-3 0,-2 4-236,-2-1 0,-2 7 1,-4-2-1,-5 4-46,-5 2 1,-3 2 0,-3 4 0,-1 6-92,2 3 0,-5 3 0,3-1 1,0 2-78,-2 5 0,7-5 0,-1 6 0,7-1-221,4-1 1,-3 0 0,5-5-1,2-1-128,2 1 0,10-9 0,5-3 185,9-4 0,-3-2 1,6-2-1,-1-4 36,-1-5 0,2-7 0,-3-3 0,1-2 58,-2 1 0,-1 1 1,-3 0-1,1-5 85,-1-1 0,-5 6 0,-3-2 1,-1 3 127,-4 3 1,0-1-1,0 1 2,2-1 0,-3 9-114,-8 3 1,-3 8 0,-6 7 0,5 9 143,1 1 0,-4 6 0,4 1 0,1 1-97,-1 4 0,0 2 0,4 4 0,-3 4-116,-3 5 0,0 5 1,-3 1-1,3 0-221,2 1 0,-6-1 0,5 1 1,-1-3-197,4-3 0,-2-7 0,3-11 1,1-5-2518,2-5 1319,2-9 1582,0-10 0,8-18 0,1-9 0</inkml:trace>
  <inkml:trace contextRef="#ctx0" brushRef="#br0" timeOffset="8981">4035 2096 7763,'-17'12'60,"-1"0"0,3-1 1,1 7-1,4-1 349,3 1 1,1-1 0,6 1 0,0-1-89,0 1 0,6-1 0,1 0 0,3 1-210,4-1 0,-5-5 0,3-2 29,2-3 1,1-1 0,3-6-83,-1 0 1,0-7 0,-1-5 0,-2-4-223,-3-1 1,1-1 0,5 1 0,1 0-68,-1-1 0,1-5 0,-3-1 0,-1 1 28,-3-2 0,-5 6 0,4-7 0,-2 3 66,-4 0 1,3-1-1,-1 7 184,-2 0 0,-2 5 69,-2 0 1,-6 10-1,0 2 185,3 10 0,-5 6 0,2 1-38,2 0 0,2 1 0,2-1-154,0 1 0,8-1 1,4-1-75,3-4 1,2 1 0,1-7 0,-1-2-98,1-2 0,7-4 1,2-2-1,2-4-77,0-2 0,1-7 0,5-6 1,-1 1 105,1 3 0,-6-4 0,-3-1 0,-5 3 19,-5 2 1,-9 1 51,5 1 1,-16 1 0,-2 5 0,-7 7 2,-5 8 1,-5 5-1,-2 9 1,-2 1-30,-4 4 1,3 3 0,1 5 0,2-4-7,4-2 1,1 4 0,5-4-1,1 1-424,2-1 0,7-2 1,-5-3-752,2 3 0,10-6 1169,10 1 0,11-1 0,4-7 0</inkml:trace>
  <inkml:trace contextRef="#ctx0" brushRef="#br0" timeOffset="9282">4978 1782 7763,'0'17'129,"-2"-5"325,-4 0 0,2-3 0,-5 5-110,1-2 0,-4-7 0,5 7 117,-3 2 1,6-5 107,-2 3 1,4 0-295,2 5 1,2 1 0,4-3-74,6-3 1,1 3 0,1-5 0,-3 2-11,3-1 1,2 1-1,-1 5-282,-3 1 1,-3-1 0,-5 1-274,2-1 1,-6 1 0,-8-1 0,-3-1-298,-9-5 1,3 3 0,-8-6-1,1-1-215,1 1 0,-6-2 875,6-6 0,-16 0 0,2 0 0</inkml:trace>
  <inkml:trace contextRef="#ctx0" brushRef="#br0" timeOffset="9515">5153 1468 7760,'0'17'40,"0"1"1,0-1-1,0 2 1,2 5 497,4 5 1,-3 2-1,9 0 1,2 0-159,1 6 0,3-2 0,-3 6 0,-1-7-613,-3-4 1,-5 1 0,4-6-183,-2 2 0,-4-8-323,-10-1 1,2-8 737,-8-10 0,1 0 0,-7 0 0</inkml:trace>
  <inkml:trace contextRef="#ctx0" brushRef="#br0" timeOffset="9867">4908 1799 7733,'18'0'30,"-1"0"0,1 0 0,1 0 0,2-1 509,3-5 1,7-2 0,-2-6 0,4 3-187,2-3 1,0 4-1,0-1 1,0-1-85,-1 2 1,1-3 0,0 7 0,0 0-157,0-2 0,-6 7 1,-2-5-1,-1 4-417,-5 2 1,-2 0 44,-1 0 0,-8 2 124,-5 4 1,-8 3 0,-5 9 0,-2-3 151,-3-3 1,3 3 0,-2-3 0,1 5-41,1 7 1,-4-5-1,8 4 1,1-3-171,-3-3 0,6 1 0,-4-1-23,4 1 0,2-7 1,2-1-326,4-2 0,-2-2 1,7-6 540,3 0 0,9-8 0,4-2 0</inkml:trace>
  <inkml:trace contextRef="#ctx0" brushRef="#br0" timeOffset="10165">5799 1677 7733,'-8'10'140,"4"5"0,-7-3 126,-3 4 1,4-1 0,1-1 0,1-3 110,4 3 1,-4 1-1,2 3 15,3-1 1,1 1-246,2-1 1,7-1-1,3-3 1,2-3-76,-1-2 0,1-2 0,5-6 0,1-2-125,-1-4 0,1 2 1,-3-8-1,-1-1-46,-2-3 0,-3-1 1,5-1-1,-4 1-124,-3-1 0,-1 7 1,-6-1-1,0-1-182,0-3 0,-2 1 1,-4 1-1,-5 4-224,-5 2 0,5-3 0,-1 3 629,-2-2 0,-9 7 0,-4-5 0</inkml:trace>
  <inkml:trace contextRef="#ctx0" brushRef="#br0" timeOffset="10548">6026 1660 7724,'12'6'339,"-3"1"201,-1 3 1,6-4 0,-3 5 60,5 3 0,-5-4 0,1 1-402,2 3 1,-5 0-1,1-1 1,0-1 58,0 1 1,-7-3-254,3 2-57,4-8 0,-8 1 0,4-10-302,-4-7 1,-2-4 0,0-1 34,0 0 0,0-3 0,2-1 0,1-3-34,3 3 0,2 2 0,-2 1 268,6 1 0,-3 1 1,1 3-1,0 3 351,-1 2 0,-3 2 0,6 6 35,1 0 1,3 2 0,1 4-159,1 6 0,-1 3 0,-1 3 0,-3-1-226,-1 1 0,0-1 0,3 1-922,-3-1 1,1-5 1004,-7-1 0,0 1 0,-6 6 0</inkml:trace>
  <inkml:trace contextRef="#ctx0" brushRef="#br0" timeOffset="10765">5467 1345 7681,'-29'-2'0,"2"-1"35,2-3 1,11 0 0,14 6 216,10 0 1,13 0-1,6 0 1,6 0-266,6 0 1,-4 0-1,5 0 1,-1 0-85,0 0 0,0 0 1,-6 0-1,-1 0-247,1 0 0,6 0 344,0 0 0,7 0 0,-3 0 0</inkml:trace>
  <inkml:trace contextRef="#ctx0" brushRef="#br0" timeOffset="10967">6340 1083 7681,'12'16'-10,"0"-4"1,-7 3 0,7-3 0,2 1 33,1-1 1,3 4 0,-1-7-118,1 1 0,-1 0 93,1-5 0,-1-3 0,0 6 0</inkml:trace>
  <inkml:trace contextRef="#ctx0" brushRef="#br0" timeOffset="11165">6515 891 7681,'-8'18'209,"6"-7"1,-4 1-1,5 2 231,1 1 0,0 3 1,0-1-1,1 1-351,5-1 0,-2 0 0,8 1 0,1-1-382,3 1 0,1-1 1,1 1-1,-1-3 293,1-3 0,7 4 0,2-7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0T04:07:04.862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2039 6645 8070,'17'0'39,"-8"2"0,-1 2 255,-1 1-591,-5 9 0,4-12-68,-12 3 608,4-3 0,-5-4-46,7-3 0,0 1 205,0-8 0,0 7 54,0-7 0,0 7 557,0-7 274,0 8 297,0-3-637,0 7-14,0 0-246,-8 0 0,4 0-283,-7 0 1,1 2 0,-3 2-167,2 1 0,5 3 0,-5-4-87,-3 1 1,5 3 0,-3-4-13,-1 1 1,0 3-1,-1-4 1,3 4 39,-2 1 0,-3-5 0,-1 3 0,0-1 47,0 0 0,0 1 0,0-3 1,-2 2-14,-4-2 0,4 3 0,-6 1 0,2 0-206,0-1 1,1-1 0,3-6 0,-2 2 23,-2 4 0,-6-5 0,5 5 1,-1-4-50,0-2 0,0 0 1,4 0-1,-1 0-37,1 0 0,2-2 1,2-2-1,-1-3 26,1-3 1,0 5 0,0-5-1,0 0 9,0 1 1,5 3 0,1-5-1,-2-1-3,-3 3 1,1-6 0,2 3 0,1-3 7,-1-2 1,-2 0-1,-2 0 1,0-2 1,0-4 1,-3 4-1,0-6 1,-3 2-5,2 0 0,-4-5 1,2 3-1,0-2 7,-1-3 1,3 3 0,-6-1 0,0-3 17,1-1 0,-1-2 1,-3 0-1,3-1-9,2 1 1,-3-6 0,5 0-1,2 0 3,2-2 0,2 6 1,-2-6-1,-2 2-21,-2 0 0,4-1 0,6 1 1,-2-4-15,1 0 1,1 0 0,-4 4-1,0-5 1,0-5 0,5 1 1,1 1-1,-1 2-5,3-1 1,-5-3 0,7-1 0,-1 0-22,1-1 0,-5 1 0,6 1 1,3 3 8,1 1 0,-4 2 0,0-3 0,3 3-1,1 2 0,2-5 1,0 3-1,0 0 37,0 4 0,0 4 0,0 2 0,0-2 6,0-4 1,0 4-1,0-4 1,0 3 13,0 3 1,0 0 0,0 0-1,0-1 20,0 1 1,0 6-1,-2-1 1,-2-1-16,-2-3 0,1 5 0,5 1 0,0 2-7,0 4 0,0-3 1,0-1-1,-2 0 30,-4 0 1,4-3 0,-4 5 0,4 0 92,2-1 1,-5 3 0,-3-6 0,0 2-117,1 4 0,1-3 0,4 1 0,-2 0-21,-1-2 0,-1 6 1,6-4-1,-2 4-9,-4 2 1,4 0-1,-3 0 27,3 0 1,0 0 0,-2 0 0,-2-1 1,3 1 1,1 6-1,2-1 1,-2-1 41,-4-2 0,4 3 0,-3 1 14,3-2 0,0-2 0,-2-3-49,-2 1 0,1 6 1,5-1-1,-2 1-30,-4 2 0,4-7 18,-4 5 0,4-4 142,2-2 1,-5-1-121,-1 1 0,0 6-1,6-1 1,-2 9-1,-1-5-6,-3 0 0,0 5 6,6-9 0,0 6 33,0-5 1,-2 0 146,-3-6-47,3 7-67,-6-5 0,8 11-106,0-7 1,-2 7-63,-4-2 53,4-3 1,-5 5 35,7-8 1,0 7 30,0-7 0,-2 8-24,-4-1 1,4 1-22,-3-2 0,3 2-4,2-7-11,0 7 1,0-5 5,0 3 1,0 2-13,0-7 0,0 5 10,0-5 0,-2 7 0,-2-4-2,-2 1 1,1 3-5,5-8 0,0 7 7,0-7 0,0 6-47,0-5 1,0 5 23,0-5 0,0 5 71,0-5 1,0-1-118,0-5 0,0 6 32,0-1 1,0 7-1,0-7 12,0-1 1,0 3 19,0-1 0,0 0 1,0-6 5,0-1 1,0 7 0,0 0-1,0-3 1,0 5 0,0-3-1,0-1 0,0-2 0,0-2 0,0 0 0,0 5 1,0 1 4,0-3 0,0-1 0,0-2-28,0 0 1,5 0 0,1 0 16,-2 0 0,0-1 1,-1 1-1,3 0-10,-2 0 1,4 0 0,-1 0 0,1 0 5,-1 0 0,1-1 0,-4 1 20,2 0 1,5 0 0,-3 0-1,-1 0 2,1 0 1,-1 0 0,-3-1 0,2 1-7,-2 0 1,5 0-1,1 0 15,-1 0 1,1 0-1,-6 0 1,3-1-13,3 1 0,-6 6 1,3-1-1,-1-1 0,0-2 0,5-2 0,-5 0 0,-1 0 0,3-1 0,-4 1 0,5 0 0,-1 0 0,3 0 0,-3 0 0,0 0 0,-1 0 0,1-1 0,-4 1 0,3 0 0,3 0 0,-1 0 0,5 0 0,-5 0-2,-1 0 0,3 5 0,-3 1 1,-1-3-3,1-1 1,3-2 0,-3 2 0,0 1-1,-1 3 1,5 0-1,-5-5 1,1 3 2,-1 2 1,1 5 0,-4-5 0,3-3-1,3-1 1,-4 4 0,3-1 0,1-1 0,-1-2 1,-3-1 0,5 3 0,1 2-1,-3-3 1,5-1 0,-7-2-1,3 2 0,3 3 1,-3-3-1,-1 4 1,1-3-1,-1 3 0,3-4 0,3 3 0,-2-3 0,-2-2 0,1 0 0,5 0 0,0 0 0,0 0 0,0 1 0,1 3 0,-1 2 0,0-1 0,-2-5 0,-2 0 0,-1 0 0,-1 2 0,6 1 0,0 3 0,1-3 0,-1 1 0,-2 0 0,-2 1-13,-1-1 1,-1 4 0,6-1 0,-2 1-40,-3-1 0,3 6 1,-4-3-1,5 1 24,1 0 1,-2-1-1,-2 3 1,-1-2-5,1 2 1,2 2 0,2 0 24,1-3 1,-1 3 0,0-4 9,0 4 0,0 2 0,0 0-13,0 0 0,0 0 1,1 0-1,-1 0-1,0 0 0,0 0 0,2 0 1,2 0 6,2 0 0,0 0 1,-6 0-1,2 0 12,4 0 1,-3 2-1,7 2 1,-2 2 9,-4-3 0,3 1 0,1 0 0,0 2 39,0-2 0,-1-1 1,-3 1-1,4 2 53,2-2 1,-4-2-1,3-2 1,-1 0-38,-4 0 0,-2 0 0,-2 0 0,0 0-39,0 0 0,-5 0 130,-1 0-3,-7 0 1,2 0-465,-12 0 1,2 0-1,-7 0-694,-3 0 1,5 5 0,-3 1-135,-1-2 1,4-2-1,-3-2-805,-1 0 1,-2 5-755,-2 1 2690,-1 0 0,1-6 0,0 0 0</inkml:trace>
  <inkml:trace contextRef="#ctx0" brushRef="#br0" timeOffset="732">1662 1 7243,'0'17'-362,"-2"-2"0,-2-2 1910,-2-1-857,-7-9-284,4 13 1,-3-14 306,1 3 1,5-3 53,-5-2 0,5 0 69,-6 0 0,7 0 10,-7 0 0,7 0 173,-7 0 0,6 0 741,-5 0-1242,7 0 1,-5 0-251,3 0 1,4 2-129,-4 4 0,6 1 0,4 7 0,4-3-33,1 2 1,5 1 0,7 1 0,3 0-84,3 4 1,2 4 0,5-2 0,2 4-45,4 1 1,2-3 0,5 6 0,-1 1-47,2 3 0,-7 1 1,1-2-1,-2-1-179,0-3 0,-2-7 0,-7 2 0,-5-4 143,-1-2 1,-8-7-1,-5-3-48,1 1 213,2-6 1,-7 5 250,-8-7 0,-2 0 0,-10 0 0,-1 2-61,-2 4 0,-8-2 0,-2 5 0,1 1-196,-1-1 1,-6-3-1,5 3 1,-3 1-36,1-1 0,-1-5 1,-5 4-1,0-2-126,-1-1 0,3 1 1,2-6-1,1 0-1087,-1 0 1,-1 0 0,3 0-1,5 0-1042,4 0 1,7 0 2231,1 0 0,15 0 0,-2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0T04:22:28.461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93 216 7854,'0'-13'-789,"-2"3"0,-2-1 1470,-2 1 1,0 4 0,6-6 23,0-3 1,0 5 0,0-3-226,0-1 0,0 4 1,0-3 79,0-1 0,6 3 0,0-1 309,-2-3 1,4 5 823,-1-2-1321,7 8 1,-12 4 0,4 14 0,-4 7 11,-2 3 1,0 12 0,0 1-1,0 10-279,0 7 0,-6 4 1,-2 4-1,-2 4-249,-5 0 0,1 5 0,-1-9 0,3 0-154,-3 2 1,5-15 0,0-1 0,1-11-353,5-6 0,2-8 0,4 0-1524,4-9 0,-1-6 1,7-8 2173,2 0 0,3-8 0,2-2 0</inkml:trace>
  <inkml:trace contextRef="#ctx0" brushRef="#br0" timeOffset="466">410 811 7963,'10'29'-7,"-2"-2"1,-10-11-1,-4-1 1585,-7-3 1,3-6-975,-2 7 1,1-7-1379,-1 6 1,6-7 773,12 1 0,4-12 0,9-5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0T04:22:34.528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0 800 7778,'0'19'52,"0"-1"1,0 1 0,0 0 701,0-1 1,0-5-315,0-1 1,8-8 0,5 2-307,3-3 1,5-3-1,2-3 1,4-1-117,1-2 1,3-8-1,5-1 1,-3-6 7,-2-3 1,0-3 0,4 4 0,-4-4-208,-6-2 0,-5 7 1,-3-5-1,-3 2 155,-1 0 1,-9 0 0,2 7 0,-4-1 112,-2 0 1,-8 7 0,-7 2 0,-5 1 79,-5 5 1,-2 2 0,4 4 0,-4 4 56,-1 7 0,5 3 0,-4 3 0,2 2-153,0 3 0,0-1 0,9 8 0,1 2-195,3 2 0,2-4 0,-3 0 1,7 3-448,4 1 1,2 0-1,4-2 1,7-4-1071,7-2 1641,13-11 0,-2 9 0,8-4 0</inkml:trace>
  <inkml:trace contextRef="#ctx0" brushRef="#br0" timeOffset="200">968 596 7582,'-3'16'196,"-3"-3"0,-2 3 0,-6-6 1,1 3 504,-1-1 0,-5 3 0,-4 7 0,-2 3-953,3-2 1,1-2 0,2-3-1,-1 1-116,-5-1 1,4 1 0,-3-2-416,3-5 0,2-2 783,1-3 0,-1-5 0,0 6 0</inkml:trace>
  <inkml:trace contextRef="#ctx0" brushRef="#br0" timeOffset="399">540 596 6752,'0'18'1667,"0"1"-1108,0-1 0,2 1 1,4 2-1,6 1-304,5 3 0,8 8 0,1-2 1,3 4-400,5 3 0,1-1 1,2 0-1,0 0 45,0 1 1,-2-3 0,-1-2 0,-6-6 98,-1-7 0,6 3 0,-4-13 0</inkml:trace>
  <inkml:trace contextRef="#ctx0" brushRef="#br0" timeOffset="833">1451 651 7685,'-12'-6'369,"2"-2"1,-1 0 383,1-1 1,-3 3 0,-5 6-397,-1 0 1,1 0 0,-1 0 0,0 2-103,1 4 0,-3-1 0,-2 9 0,-1 5-82,1 3 1,2 3 0,3-4 0,-1 2-161,0 1 0,7 7 1,2-6-1,1-2-528,5-2 1,4-3 0,6-1 114,7-5 0,5-3 0,5-9 1,4-3-114,2-3 0,-4 2 1,4-8-1,0-5 247,0-6 1,-7 3 0,5-5-1,-4 4 236,-4 3 0,3-1 0,-9 0 0,1 1 297,-1-1 1,1 1 2138,-8-1-1910,0 9 0,-12 3 0,-2 14 0,-2 5-321,-5 5 0,5 7 0,0 1 0,1 0-181,5 2 1,0-4 0,0 6 0,-2-3-613,2-3 0,1-2 0,3-2 0,0-1-879,0 1 1,0-1 1496,0 1 0,9-9 0,1-1 0</inkml:trace>
  <inkml:trace contextRef="#ctx0" brushRef="#br0" timeOffset="1649">1712 726 7685,'6'18'288,"0"1"385,-2 0 1,-8-7 0,-4 0 0,0 3-86,-1 1 0,-3 3 0,4 2 1,-1 1-328,1 3 0,0 2 0,4-4 0,-5 2-118,-1-3 0,6-1 1,-2-2-1,4-1-190,2 1 1,0-7-167,0 1 1,2-11-162,4-2 1,-2-2 0,9-11 0,-1-1-43,-2-3 0,7-7 0,-5-1 0,5 0 141,1-2 1,-5 6 0,-1-5-1,3 1 276,1 0 0,1 0 1,-3 6-1,-1 3 254,1 4 1,-4-3 1232,3 9-1102,-9 0 1,4 14-1,-8 4 1,0 5-194,0 1 1,-2 1-1,-2 0 1,-2-1-194,2 1 1,2 0-1,2-1 1,-2 1-168,-5-1 0,5 1 0,-4 0-173,4-1 0,4-8 0,2-1 13,2-1 1,9-6 0,-3 4-1,5-4 33,1-2 0,1-6 1,0-2-1,1-2 160,5-5 0,-4-1 0,4-1 0,-5 3 122,-1 1 0,-1 1 777,1-7-15,0 9 0,-9 4 0,-6 12 0,-8 6-242,-8 5 0,-3 3 0,1 5 1,1 6-283,-1 4 0,-3 9 1,-1 1-1,-1 1-177,0-1 1,1 5-1,-1-7 1,1-1 82,-1-3 0,0-10 1,3-4-1,1-5-74,3-1-98,8-9 1,-4-10 0,10-14 0,4-7-70,6-4 0,-1-8 0,1 2 0,5-4-303,5-2 0,1-2 1,6-3-1,0-1 279,0 1 0,2-3 0,6-1 0,0 1 305,1 0 0,-1 1 0,0 9 0,-2 4 261,-4 6 0,2 0 1,-8 7-47,-2 7 1,-11 9 0,-6 9-186,-4 5 1,-8 11-1,-2 4 1,-2 1-89,-5 6 1,-8 7 0,-1 2-1,1-1-95,2-3 1,0-2 0,-1 0 0,-3-1-933,2-5 1,3-5 0,3-7 0,3-2-217,1-5 1,7 2-1,-4-9 1129,1-7 0,11-15 0,9-12 0</inkml:trace>
  <inkml:trace contextRef="#ctx0" brushRef="#br0" timeOffset="1865">2679 0 7685,'11'8'417,"3"3"1,-8 7-1,-2 1 518,-2 0 1,-2 10 0,0 8 0,0 12-380,0 11 0,-8 9 0,-4 13 0,-5 9-851,-1 6 1,8-45 0,1 0 0,-7 41 0,1-8-147,3-7 0,8-14 0,-3-8 0,5-13-747,2-9 0,-2-10 1188,-4-11 0,-4-5 0,-9-8 0</inkml:trace>
  <inkml:trace contextRef="#ctx0" brushRef="#br0" timeOffset="2217">2586 931 7685,'0'18'0,"0"1"668,0-1 0,0 1 0,0 0 264,0-1 1,9 1-1,3-3-498,4-3 0,3-5 0,2-8 0,4 0-253,6 0 1,2 0 0,2-2 0,0-4-94,4-7 1,3-9 0,-3-3-1,0 0-189,-2-2 0,5 6 0,-13-5 0,0 1-274,-5 0 0,-3-6 1,-4 6-1,-5 2 99,-6 3 0,-4 1 1,-4 0-1,-4 3 509,-6 4 1,-11 3-1,-4 9 1,-2 2 273,-4 5 1,-2 3-1,-2 8 1,-1 1-271,1 0 0,6 5 1,2 3-1,2 0-372,5 0 0,1 4 0,4-4 0,5 0-54,6 0 0,4 4 0,2-6 0,2-5-270,4-5 1,4-1-1,11-8 1,4-2-936,6-1 1,4-6 1393,2-3 0,9-12 0,1-11 0</inkml:trace>
  <inkml:trace contextRef="#ctx0" brushRef="#br0" timeOffset="2484">3740 521 7876,'-8'-10'959,"-3"0"0,-9 5 409,-5-1 1,4 2 0,-6 10 0,2 7-751,1 3 0,-10 9 0,3 2 0,-2 2-454,2 4 0,-2 2 1,8 2-1,3 0-227,1 1 1,9-3-1,1-2 1,3-4-189,4-2 1,2-2 0,4-5-200,4 5 1,-2-4-1,7 3-400,-3-3 0,-2-8 561,-6-1 1,-2-2 0,-4 5 0,-7-5-2,-3-2 0,-9 7 0,-2-5 1,-2 3-537,-4-1 1,-2 2 0,-4 9 825,-5 2 0,-11 8 0,-12-4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0T04:22:30.710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426 223 7853,'0'19'-1854,"0"0"1854,0-1 0,0 1 0,3-9 0,3-4 0,-4-12 0,4-6 0,-4 1 0,-2-1 0,0-3 0,0-1 0,0-3 0,0 1 0,0-1 0,0 1 0</inkml:trace>
  <inkml:trace contextRef="#ctx0" brushRef="#br0" timeOffset="532">445 149 7853,'0'12'-927,"0"1"0,0-7 927,0 6 0,0-5 0,0 5 0,0-8 0,0 4 0,0-8 0,0-2 0,0-4 0,0 2 0,0-8 0,0 5 0,0-5 0,-6 6 0,0-7 0,-1 9 0,7-12 0,-8 14 0,6-7 0,-6 9 0,8 0 0,-2 0 0,-4 0 0,4 0 0,-7 0 0,9 9 0,0-7 0,0 14 0,0-14 0,0 7 0,-8-1 0,-2 2 0</inkml:trace>
  <inkml:trace contextRef="#ctx0" brushRef="#br0" timeOffset="1135">482 186 7588,'11'8'-999,"-3"-6"1732,-8 7 529,0-1 342,0-6-1126,-8 6 1,3-8 0,-5-2 993,2-4-35,2 4-825,-3-15 0,-1 9-335,-9-4 1,7 4 0,0 8-114,-3 0 0,-1 2 0,-5 2 0,-2 4-82,-2 2 0,1 3 1,3 5-1,-2 1-151,-2 0 1,1 5-1,5 1 1,2-2-63,5-2 0,-2-3 0,7 1 0,3-1-23,2 1 0,2 0 0,2-3 0,4-1-20,7-3 1,3-2-1,5 5 1,2-3 132,2 3 0,6-5 1,-7 0-1,1 1 66,2-1 1,-6-4 0,4 5 0,-5-1 101,-1 0 1,-7 1 0,-1 3 0,-3-2 226,-4 3 0,-4-1 0,-6 1 0,-7-3-35,-3 3 0,-9 1 0,-2 3 0,-2 0-372,-4-1 0,4 3 1,-2 2-1,-2-1-643,-2-5 1,4 1-1,2-7 1,2 1-794,4 1 0,3-7-560,1 6 0,9-10 2049,4-2 0,20-8 0,7-11 0</inkml:trace>
  <inkml:trace contextRef="#ctx0" brushRef="#br0" timeOffset="1651">873 595 9485,'10'-2'464,"-3"-4"1,-7 2 0,-5-8-125,-1-3 1,-2 5-212,2-3 0,2 3 0,-9-2-85,-1 5 0,3 5 1,-1 2-24,-2 0 1,3 0 0,-1 2 4,-3 5 1,1 3-1,-1 9 1,5-1-60,2 1 1,2-7 0,6 1-85,0 1 1,0 3 8,0 1 0,8-7 0,4-5 59,5-4 0,1-2 1,1 0 93,0 0 1,-3-2 0,-1-2 693,-3-3-162,0 1 0,-1 8-396,-5 5 1,-6-3-1,-4 8 1,-2 3-322,1 1 1,-3 3-1,0-1-628,-2 1 1,5 0 0,-1-1-224,4 1 0,2-7 0,0 1-384,0 1 1375,0-6 0,8 1 0,3-9 0</inkml:trace>
  <inkml:trace contextRef="#ctx0" brushRef="#br0" timeOffset="2600">1152 502 8294,'0'19'769,"-8"0"0,-3-1-317,1 1 0,0-1 1,6 1-1,-5 0-266,-1-1 1,6-5 0,-2-1 0,4 3-35,2 1 1,0 3-184,0-1 0,0-5-142,0-1 1,2-8 0,4 0-266,6-8 1,3 0 0,-1-8 5,-1-3 0,-1-1 1,5-3-1,-3 0 218,-1 1 0,-7 5 1,4 1-1,0 0 260,1 1 1,-1-5 0,5 5 280,-3 1 0,-6-4 660,7 7-597,-1 1 1,-2 15 0,-4 3 0,-3 4-51,-3 3 1,-3 0 0,-1-1 0,-4 1-255,-2-1 0,6 1 0,-5 0 1,3-1-12,0 1 1,-2-3-1,4-1-456,-3-3-252,1 1 551,6-3 0,0-4-30,0-12 0,0 2 0,2-6-189,4 1 1,-1-3-1,5 4 51,-2-3 0,0 7 0,-3-4 0,3 2-581,2-1 0,-4-1 122,7 2 1,-1 4 237,7-4 1,-1 2 470,1-3 0,0 5 0,-1-4-29,1 4 1,-1-4 47,1 0 686,0-1 0,-3 10 140,-3 3 1,-5-2 0,-8 8 0,0 5-168,0 6 1,-6-1 0,-3 9 0,-1 4-234,-4 7 1,3-1 0,-1 7 0,-3-1-309,-1 1 1,3-7 0,1 3 0,0-5-38,1-2 1,1-6 0,6-2-212,-2-2-49,-1-11 1,7-9-1,0-16-40,0-9 0,0-1 0,0-8 0,2 0-129,5-4 0,-3 2 1,6-2-1,0-4-70,1-6 1,1 2-1,7-5 1,-1 5 156,1 2 1,0 0 0,-1 1 0,1 5 408,-1 7 0,1 3 0,0 4 0,-1 3 120,1 1 1,-7 9 0,-1 0 0,-3 8-82,-4 9 1,-2 3 0,-2 5 0,0 2-145,0 2 0,0 6 0,0-7 1,-2-1-336,-4-2 1,2-3-1,-7 1-1553,3 0 858,-6-1 0,12-10 1,-5-8 967,5-10 0,2-15 0,0-4 0</inkml:trace>
  <inkml:trace contextRef="#ctx0" brushRef="#br0" timeOffset="2801">2082 0 7862,'-8'48'195,"0"-3"0,-7-6 0,3 5 299,-2 5 0,-3 5 0,0 4 0,3 4-222,2 6 0,1 3 0,-3-3 0,3-8-390,3-9 1,2 1-1,6-11 1,0-5-605,0-10 0,0-11-1046,0-3 1768,0-8 0,8 5 0,3-9 0</inkml:trace>
  <inkml:trace contextRef="#ctx0" brushRef="#br0" timeOffset="3101">2101 763 7803,'0'29'-610,"2"-4"1172,4-5 1,5-3 0,7-5 22,1-6 0,-7-3 0,1-3 0,1 0-331,3 0 1,1-9 0,1-1 0,-1-2-228,1-1 1,-2 1 0,-3-7 49,-2 1 0,-1-1 0,1 0-25,-6 1 1,-6 5 0,-6 3-31,-6 2 1,-5 1 0,-1 7 0,-1 3 64,0 3 1,1 4-1,-1 9 1,1-1-119,-1 1 1,0 2-1,3 1 1,1 3-367,3-2 1,8 0 0,-2-1-1,4 5-156,2 2 1,2-6 0,4 2 552,6-5 0,21-1 0,7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0T04:22:37.877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19 0 7808,'10'19'528,"-4"0"0,-1-9 75,1-4 0,-2-4 37,8-2 1,1 0-1,5 0-163,1 0 0,2 0 0,1 0 0,5 0-55,2 0 0,2 0 0,6 0 0,3 0-59,3 0 0,-4 0 1,5 0-1,-7 0-168,-6 0 0,-4 2 0,-11 4 0,-3 7 143,-7 3 0,-6 5 0,-8 6 0,-11 8-53,-10 6 0,-8 11 0,-6-2 0,-7 3-172,-4 3 0,0 0 1,3 0-1,3-2-39,3-5 0,3-3 0,11-9 0,7-2-89,3-4 0,11-4 0,3-8-409,5-1 1,11-7-1,5-5 1,7-4-361,4-2 1,8 0 0,-2-2 0,4-2-232,2-3 1,0-7-1,2 2 1,3-7-1162,1-6 2176,9 4 0,-5-14 0,9 6 0</inkml:trace>
  <inkml:trace contextRef="#ctx0" brushRef="#br0" timeOffset="183">893 726 7741,'-8'19'1433,"-2"-1"0,-3 1-796,1-1 1,2 1 0,-5-2 0,5-3 281,2-2 0,1-5 0,7 5-1677,0 2 0,9-5 0,5-5-2585,9-8 3343,-2 2 0,5-23 0,-7 4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0T04:22:48.977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259 727 8007,'0'-13'-228,"0"1"0,-2 1 1,-4-1 710,-6 6 0,1 4 0,-1 2 724,-3 0 0,-1 0 1,-3 0-1,3 2-871,3 4 0,-3-2 0,3 9 0,-3 1-167,-3 3 0,3 1 0,1 1 0,5-1-153,2 1 1,-1 2-1,5 1 1,-2 3-146,2-2 0,4-9 1,6-1-1,7 1-8,3 3 0,3-1 1,-1-3-1,3-7 165,4-4 0,-2-2 0,5 0 0,-1-2 79,-4-4 1,-2 2-1,-3-9 1,1-1 9,0-3 0,-7-1 1,-2-1-1,-1 0-196,-5 1 0,-2-1 1,-2 1-1,0-1-180,0 0 0,0-5 0,-2 1 0,-4 2-570,-7 1 0,-3 7 1,-3-8-1,0 7-257,1 0 0,-1 3 0,1 1 1086,-1 2 0,0-7 0,1 5 0</inkml:trace>
  <inkml:trace contextRef="#ctx0" brushRef="#br0" timeOffset="832">464 522 7740,'19'10'523,"-7"1"1,0-7-28,3 2 0,-5 8 0,3 1 407,1 8 0,-4-3 0,3 7 0,-1 0-335,-1 4 1,5-2-1,-6 2 1,3 2-236,-1 2 1,-8-4 0,3-2 0,-3-2-331,2-4 0,-4-9 0,4-1-531,-4 1 9,-2-6 0,0-1 0,0-14-5,0-5 0,0-5 0,-2-1 0,-2-1 65,-2 1 0,0-1 1,6 0-1,-2 3 186,-5 4 0,5-5 1,-4 5 279,4-5 1,2 5 50,0-1 392,-8 9 1,8-2-179,0 12 1,2-2 0,10 9 62,3 1 0,1-4 0,3 1 0,0-1-114,-1 0 0,7-5 0,2 1 0,0-4-103,0-2 0,6 0 0,-4 0 1,0 0-91,-5 0 0,-1-6 0,0-3 1,2-1-118,-3-4 0,-7 3 0,-5-1 88,-2-3 0,1-1 1,-5-3-156,2 1 1,0-1-1,-8 0 1,-2 1-191,-2-1 0,-7 7 1,5 1-1,-2 1 274,-5 0 1,5 6 0,-2-3 101,-3 5 0,-1 4 1,-3 3-1,2 3-22,5 2 1,-2 3 0,5 5 160,-1 1 1,6-1 0,-2 1 0,4 0-18,2-1 0,0-5 1,2-1-1,2 2-69,2 3 0,8 0 1,-1-5-1,3-4-73,3 1 1,6-7 0,0 4-1,-1-4-24,3-2 0,0-2 0,6-4 0,-2-7 26,2-3 0,-6 1 1,0-1-1,-2-5 51,0 0 0,2 1 1,-7 1-1,1 2 470,-5 5 0,-7-4 674,3 3-961,-8 5 1,5 8 0,-12 10-1,-1 5-71,-2 3 1,0-3 0,6 10 0,0-3-130,0 3 0,2-2 0,4 8 0,7 0 13,3-2 1,5 4 0,2-6 0,3 0-708,3 0 1,-4-3 0,4-7 0,-2-3 6,-4-1 1,-3-9 0,-1 2-17,0-4 1,-7-8-1,-2-2 1,-1-3-163,-5-3 0,4 4 0,-2-3 0,-2-1 819,-2-3 0,-2-10 0,0-2 0</inkml:trace>
  <inkml:trace contextRef="#ctx0" brushRef="#br0" timeOffset="1081">1934 1 7830,'-17'2'307,"5"4"0,-5-2 0,5 9 1,-2 1 558,1 3 1,3 10-1,6 6 1,-3 8-331,3 9 1,2 10 0,2 4-1,0 2-195,0 4 1,0 3 0,0 1 0,0-2-232,0-3 0,6-5 0,1-11 0,-1-1-542,2-2 0,0-11 1,7 0-462,-3-6 1,-6-12 0,7-2-341,1-11 1,-3-8 0,1-6 219,3-7 1,-1-3 1012,-2-3 0,5-8 0,-7-2 0</inkml:trace>
  <inkml:trace contextRef="#ctx0" brushRef="#br0" timeOffset="1631">2213 820 8416,'-12'2'2244,"-1"2"-1831,-1 2 0,-3 0 0,-1-4 0,-1 2-144,0 3 0,1 1 1,-3-2-1,-2 4 10,-1 1 1,-1 5 0,6-3-148,1 3 1,-1 3 0,2-1-45,5 1 1,4 0 0,10-3-104,4-3 1,4-5 0,9-8 0,0 0-166,-1 0 1,9 0 0,2 0 0,2-2-32,0-4 1,0-3 0,4-5-1,-2 2 64,-2-3 0,0-2 1,6-1-1,-1-1 128,-5 1 0,4 1 1,-6 3-1,0 3 251,-5 3 0,-3-4 0,-2 5 274,-1 3 1,1-4-184,-1 2 1,-5 8-1,-3 10-107,-1 5 0,-3 1 0,-6 3 1,0 4 51,0 6 1,0 0 0,0 4 0,0 4-123,0 1 0,0 7 0,0 1 0,-2-1-44,-5-3 1,3-5 0,-8-2 0,-3-2 42,-1-4 1,3-4 0,1-8 282,-2-1 1,3-7-421,-1-5 1,8-6-1,-2-6 1,6-7 46,6-3 1,4-3 0,9-1 0,-1-3 29,1-2 1,8-8 0,4 2 0,4-4-28,2-2 0,2-1 0,3 1 1,5-2-43,7-5 0,-2 5 1,10-2-1,-6 6-362,-7 4 0,5 8 1,-7-2-1,1 4-165,-5 3 1,-12 5 0,-4 3 0,-2 0-4156,0-1 4666,-9 7 0,1-12 0,-7 5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0T04:22:47.109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19 652 8566,'-8'-19'2859,"6"1"-2171,-6 7 0,8 5-349,0 12 1,0 5-1,0 9 1,0 5 222,0 6 1,0-2-1,0 2 1,2 2-77,4 2 0,-4 3 0,6-3 0,-1-2-419,-1-2 0,8-8 1,-3 1-1,1-3-180,0-2 0,1-3 1,5-3 2,1-7 1,6-4 0,0-4 0,-3-4 49,-1-7 1,0-3 0,1-5-1,3-2-78,-2-1 1,-9-3 0,-1 4-1,-1-2-181,-1 2 0,3-3 0,-6 1 0,1 0-439,-1-2 1,-2 6 0,-4-3-1,2 3-207,3 2 0,-1 1 1,-4 1-1037,4 5 2001,-4 3 0,15 1 0,-7-2 0</inkml:trace>
  <inkml:trace contextRef="#ctx0" brushRef="#br0" timeOffset="284">671 615 9210,'-9'10'1138,"-3"-4"1,2 5 0,-1 1-555,3 5 1,2 1-1,6 3 1,0 2-301,0 1 1,0 3-1,0-4 1,0 4-343,0 2 0,0-6 1,0 1-1,0-3-397,0-2 1,0-1-1219,0 1 1,0-7 418,0 1 1,0-11 0,-2 0 844,-4-6 1,1-9 0,-5 5 0,0-2 408,-1-5 0,-1-10 0,-7-3 0</inkml:trace>
  <inkml:trace contextRef="#ctx0" brushRef="#br0" timeOffset="751">485 410 7784,'16'-39'0,"-1"-2"-1,-3-3 1,0 7-1,7 8 1,0 2 160,-1 4 0,3 3 0,2 1 0,3 0-55,3 1 0,2 5 0,9 1 0,1 0-12,2 1 1,-1-3 0,-9 6 0,-2-1 99,2 1 1,-6 2-1,-2 8 1,-5 4-134,-1 7 1,-7 5-1,-1 5 1,-3 4-278,-4 2 0,4 0 0,-1 4 1,-3-2 180,-2 2 0,4 2 1,0 2-1,-2 0 393,-2 1 0,-2-1 0,0 2 0,2 0 206,5-1 1,-5 3 0,4-10-1,-4 4-274,-2 2 0,2-2 0,2-4 0,2-6-23,-2-4 0,1-3-254,1 1-307,-4 0 0,6-11 149,-8-8 1,0-2 0,0-10 58,0-3 1,0 5 0,-2-1 0,-2 1-49,-2 0 0,-9 3 1,3-5 58,-5-2 1,-1 5-1,-1 1 171,1 0 0,-1 6 0,0-4 82,1 3 1,-1 12 0,1 3 0,-1 5 0,9 1 0,1 1 0,3-1-122,0 1 0,0 6 0,6 0 1,0-3-319,0-1 1,2-2 0,4-1-142,6 1 1,7-7 0,4-1 0,4-3-235,2-4 1,-5-2 0,7-4 636,2-4 0,11-4 0,3-9 0</inkml:trace>
  <inkml:trace contextRef="#ctx0" brushRef="#br0" timeOffset="1151">1452 671 7143,'0'18'-25,"0"1"1629,0-1 1,0 1-929,0 0 0,0-7 0,2-2-365,4-1 1,-2-3 0,9-6-116,1 0 0,3 0 0,1 0 0,1 0-345,0 0 0,-1-8 0,1-3-209,0 1 0,-9-7 0,-2 5-147,0-5 1,-6 5 308,5 0 1,-14 1 0,-5-1 145,-4 6 0,-3-3 1,-2 3-1,-2 2 175,-1 2 0,-1 8 1,6 3-1,1 1 124,-1 4 1,0 3 0,1 1 0,-1 1-95,1 0 1,5-1-1,3 1 1,2-1-240,3 1 0,3 0 0,2-1 0,2 1-334,5 0 0,3-3 0,9-4 0,-1-3-322,1-1 1,6-6-1,2 4 1,1-4-873,6-2 1612,1-8 0,2-2 0,0-9 0</inkml:trace>
  <inkml:trace contextRef="#ctx0" brushRef="#br0" timeOffset="1467">1917 764 7562,'-2'-17'1229,"-4"5"1,2 3 0,-9 9-729,-1 0 0,4 0 1,-3 3-203,-1 3 0,-1 4 0,1 9 0,3-1-33,3 1 1,2-1 0,6 1 0,0 0-72,0-1 1,0 1-1,2 0-164,4-1 0,5-5 0,7-3 1,1-2-42,-1-4 0,7-2 0,0-4 0,-2-4 2,-3-6 1,-1 1 0,-2-1 0,-3-3 132,-2-1 0,-7-5 0,1-1 1,-4-3-188,-2 2 1,0 2-1,-2 3 1,-4-1-602,-7 0 0,-5-5 0,-5-1 0,-2 2-59,2 2 0,-4 5 1,3 1-1,1 5-28,2 2 1,3 2 749,-1 6 0,0-9 0,1-1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0T04:22:42.577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75 391 7734,'0'12'1033,"0"1"0,0-7 0,0 6 1,0 3-756,0 1 0,0 5 0,0 4 0,0 6-249,0 4 1,-6 2-1,0 3 1,0 3-290,-2 7 1,5-3 0,-5 1 0,2-3-529,0-4 0,0-7 0,6-5-381,0-3 1,-3-3 1168,-3-10 0,4 3 0,-6-6 0</inkml:trace>
  <inkml:trace contextRef="#ctx0" brushRef="#br0" timeOffset="367">20 428 7387,'0'-18'718,"0"5"-334,0 1 1,2 8-1,4-3 1,6 5-66,5 2 0,3 0 1,3 0-1,4 0 44,2 0 1,-4 2 0,4 5-1,0 7-13,0 9 1,-7 4-1,3 6 1,-6-2-182,-7 2 1,-4 2 0,-8 4 0,0 3-152,0 1 1,-14 7-1,-7-7 1,-3 1-153,-3 1 1,-6-8 0,4 2-1,-2-7-272,0-6 1,8-3 0,-2-8-1,4-5-768,3-2 0,5-2 1,3-8-1149,2-4 2322,-7 4 0,13-23 0,-6 5 0</inkml:trace>
  <inkml:trace contextRef="#ctx0" brushRef="#br0" timeOffset="850">764 782 7880,'0'-19'547,"0"0"0,-2 3 1,-4 1-435,-7 3 1,3 8 0,-1-4-1,1 1-54,0 1 0,-3 0 0,-5 6-96,-1 0 0,1 2 0,-1 4-66,0 7 0,7 3 0,2 3 1,1-1 59,5 1 0,-4 0 0,2-1-87,2 1 0,2 0 0,4-1 62,4 1 0,-2-9 0,8-4 0,3-4-6,1-2 1,3-2 0,0-4 0,-1-4 7,1-1 0,-1-5 1,1 3-1,0-3 145,-1-3 0,-5 7 0,-3 0 819,-2-3-503,7-2 0,-13 9 25,4 8 0,-6 8 0,-4 11 0,-2 0-458,1-1 1,-3 7-1,2 0 1,2-2-639,2-3 0,2 5 0,0 0-603,0-2 0,8-5 1279,4-5 0,5 3 0,2-5 0</inkml:trace>
  <inkml:trace contextRef="#ctx0" brushRef="#br0" timeOffset="1099">1210 242 7880,'-20'19'0,"-3"1"529,-2 5 0,0 6 1,9 11-1,1 3-92,3 3 0,2 3 0,-5 9 0,5 4-592,1 2 1,-3-6 0,6 2 0,2-6-146,2-6 1,2-7 0,0-12 0,2-8-589,4-8-806,-4-7 1694,6-8 0,-8-8 0,0-3 0</inkml:trace>
  <inkml:trace contextRef="#ctx0" brushRef="#br0" timeOffset="1665">875 503 7880,'9'12'-634,"3"0"636,5 3 1,-5-7 0,0-2 0,3-4 373,1-2 0,5 0 0,4 0 0,6 0-170,4 0 0,2-2 0,1-2 1,1-2-80,4 2 0,-4 2 0,5 2 0,-7 0-184,-6 0 1,2 0 0,-8 2 0,-2 2-87,-3 2 0,-7 7 0,-3-5 228,-2 2 1,-1 3 0,-9 3 11,-5-3 1,-1-3 0,-6-6 0,1 4 10,-1 3 1,3-7 0,-1 4 0,-2-2-9,-3 0 1,-2 7-1,1-7 1,-1 0 51,1 3 1,-1-5 0,0 8-118,1 3 0,-1-5 0,1 2-55,-1 3 0,2-5 1,3 3-126,2 1 0,7 3-85,-1 1 1,6-8-1,6-3 129,7-5 1,10-2-1,1 0 1,-1-2 64,-2-5 1,-1 3 0,3-8 0,2-3 64,-2-1 0,-3-3 0,-1 1 1,0-1 208,-1 0 1,1 1 541,-1-1 1,-5 3-349,-1 3 0,-10 7 1,0 12-262,-6 7 1,-10 9 0,3 5-1,-1 2-172,0 4 0,7 3 0,-3 1 0,2 0-165,0 0 0,0-6 1,6-2-1,0 0-125,0 0 1,0-12 0,2-1-1152,4-6 1,4-3 1441,9-7 0,8-9 0,2-1 0</inkml:trace>
  <inkml:trace contextRef="#ctx0" brushRef="#br0" timeOffset="2000">2066 465 7834,'-29'0'199,"-4"7"1,8 1 0,1 2 293,-3 5 0,6-5 0,-4 2 0,5 3-150,1 1 1,7 9 0,1 0 0,1 0-197,0 2 1,5-7 0,-1 5 0,4-4-95,2-3 1,6 1 0,3 0-1,1-3-183,4-3 0,3 3 1,2-3 139,-1 3 1,1 1-1,-3-3 1,-1-1 31,-3 1 0,-8-4 0,3 3 64,-5 1 1,-4 3 0,-5 1-245,-5 1 1,-5-7-1,-1 1 1,-1-1-221,1-1 1,-7-1 0,-2-6-1,0 2-100,0-2 0,-4-2 0,6-2 0,0 0-1311,-1 0 1769,13 0 0,-20-16 0,12-5 0</inkml:trace>
  <inkml:trace contextRef="#ctx0" brushRef="#br0" timeOffset="2250">2196 0 11501,'0'19'0,"0"2"490,0 3 0,0 7 0,0 13 1,0 5-341,0 5 1,0 10 0,-2 2 0,-2 3-178,-2-1 0,-2-2 0,4 2 0,-5-8-319,-1-8 0,6 0 0,-4-9 0,1-4-443,1-6 1,-6-12 0,4-9-248,-3 3 1,5-7 1035,-6-2 0,-1-12 0,-5-4 0</inkml:trace>
  <inkml:trace contextRef="#ctx0" brushRef="#br0" timeOffset="2933">2159 651 7846,'-2'17'203,"-4"-5"0,4 5 1,-4-5-1,4 5 435,2 1 0,0 1 0,0 0 0,0 1-231,0 5 1,2-4 0,2 4 0,2-5-236,-2-1 0,4 0 1,-1-1-1,-3 1-73,-2-1 1,0-1 0,2-3-201,2-1 0,0-7-439,-6 6 0,3-7 376,3 1 1,-4-6 0,4-6 0,-2-7-76,2-3 1,-2-3-1,7-2 1,-1-4-7,0-6 1,3 3 0,3-3 0,-1-3 94,-3-1 1,1-2 0,5 2 0,-1 4 157,-5 6 0,5 0 0,-7 5 0,3 3 341,-1 1 0,-6 7 1,7 3 205,1 4 1,-4 4-1,1 4 1,-3 7-70,-4 3 1,4 3-1,1-1 1,1 1-208,4 0 1,-3-1 0,-1 1 0,0-1-187,1 1 1,-1 0 0,5-1 0,-3 1-43,2 0 1,3-1 0,2-1-113,-1-5 1,1-4 0,-1-8-1,1 0 24,0 0 0,-1 0 0,1-2 0,2-4-127,3-6 0,-3-5 0,6-1 0,-2-1-62,-1 0 1,1 1 0,-8-1 0,-3 0 126,-1 1 0,-9 5 0,4 1 0,-2-2 86,1-3 1,-3 5 0,-11 1 64,-5 3 1,-4 2 0,-3 6 0,0 2-8,1 4 0,-1 4 1,0 9-1,1 0-37,-1-1 1,1 3-1,1 2 1,3 2-38,1-3 0,7 1 0,-4 0 0,1 2-304,5-3 0,2-1 0,4-2 0,2-1-582,3 1 0,9-7 1,1-1-1,5-3 335,1-4 0,6-2 0,0-2 0,2-2 580,0-4 0,-6 2 0,6-9 0,0-8 0,6-7 0</inkml:trace>
  <inkml:trace contextRef="#ctx0" brushRef="#br0" timeOffset="3298">3201 763 7810,'8'-19'3,"-5"1"1,3-1-1,-4 1 103,-2-1 0,0 7 0,0-1 297,0-1 1,-8 6 0,-5 1 10,-3 5 0,-1 4 1,3 2-1,1 5-170,-1 1 0,-3 2 0,1 7 0,1 2-66,3 4 1,1-5-1,-3 5 1,4-4-118,1-3 1,3 1-1,6 0 1,0-1-252,0 1 1,0-1-1,2-1 3,4-5 0,5 3 0,7-9 0,1-2 51,0-2 0,-1-2 0,1 0 1,-1-2 64,1-4 0,4 2 0,-3-9 1,-3 1 48,-1 2 1,1-7 0,2 5 0,-1-3 78,1 3 0,-7-3 0,-1 7 1,-1 0 287,0 0 1,-6-1 18,3 3 1,1 6-283,-2 0 1,0 8 0,-6 11-1,0 0-485,0-1 1,0 1 0,0-1-568,0 1 0,0 0 347,0-1 1,8-8 0,5-3-961,3-5 1583,3-2 0,0 0 0,-1 0 0</inkml:trace>
  <inkml:trace contextRef="#ctx0" brushRef="#br0" timeOffset="3835">3666 726 7810,'9'-10'1678,"1"-7"0,-2 17-1232,-8 0 1,0 2 0,-8 10-11,0 3 0,6 1 0,-5 3-177,5 0 0,2-1 0,0 1-244,0 0 1,0-1-141,0 1 0,0-7-109,0 1 0,2-9 0,5 2-33,5-4 0,-2-4 1,3-2-1,-1-5 65,-2-1 0,7-2 0,-5-7 1,5 3 121,2 3 0,-1-3 0,1 5 218,-1 1 1,-5 0 0,-1 6 353,3-3 1,-5 1-10,2 6 1,-7 2 0,1 4-101,-4 7 0,4 3 1,0 3-114,-2 0 1,-2-1-616,-2 1 1,0-1-795,0 1 665,0-9 0,2-1 43,5-9 0,-3-3 389,8-3 1,1-2 0,3-6-1,-1 1 90,-3-1 0,-2 3 0,5 1 0,-3 0 123,3-1 1,1 5-114,3-6 0,-1 8 0,-1-5 0,-3 3 315,-1 0 0,-1 0 77,7 6 1,-1 8 0,1 4-696,0 5 0,-7-5 0,-2 1 0,1-1-653,-1-2 1,-4 5-1,7-7 898,1 3 0,3 1 0,1 7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0T04:22:54.409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19 19 7578,'11'10'1277,"-3"1"-132,-8-5-633,0-4 1,8 6 0,5-8-205,3 0 1,-3-6 0,-1 0-1,4 0-119,7-3 0,-2 5 0,4-6 0,-5 2-46,-1 4 1,0 1 0,-1 3 120,1 0 0,-7 0 1,-1 3-133,-3 3 1,-4 4 0,-8 9 0,-4-1-114,-3 1 0,-1 6 1,-7 0-1,1-3-119,-1-1 0,0 0 0,1 1 0,-1 3-35,1-2 0,5-2 0,1-3 40,-3 1 1,7-1 0,4 1 103,8 0 1,0-1-1,9-1 1,1-3 258,3-1 0,1-7 0,1 6 0,-1 1 62,1-3 0,0 6 0,-1-3 0,1 3 10,-1 3 0,-1 0 1,-3-1-1,-3 3 91,-3 4 0,-2-5 0,-6 7 1,-2-2-228,-4 0 1,2 6 0,-11-6 0,-3-3-419,-5-1 1,-2 0 0,5 2 0,-3-1-204,-2-5 0,0-1 0,5-7 0,-3-1-1400,-2 0 1,0-2-1,7-6 1817,-1 0 0,0-8 0,1-2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0T04:22:54.693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108 38 7565,'-2'18'588,"-4"1"0,1-7 1,-7 1-1,-2-1 1512,-3-1 1,5 3 0,1-6 1162,3 3-3380,-6-7 0,11 2 0,-1-12-562,8-7 0,1 1 0,7-5 0,0-3-3099,-1-1 3778,5 0 0,-5-6 0,7-1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0T04:23:07.224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56 331 5744,'11'0'916,"-1"0"83,-4 0-563,-4 0 1,6-2-28,-8-4 0,2-3 0,3-5 190,1 1 0,0 7-11,-6-6 0,0 6-78,0-7 1,0 7 150,0-6-430,0 8 1,0 4 0,0 12 0,0 7 29,0 5 1,-6 5-1,-2 11 1,-1 3-87,1 7 1,-6 10-1,3 4 1,-1 2-178,-1 4 1,9-4 0,-2 0-1,2-2-65,-2-4 1,4-12 0,-5-11 0,5-10-61,2-6 0,0-9-5,0 1 1,0-11 0,2 0-35,5-6 0,-5-11 0,4 3 164,-4-5 1,0-1 0,2-3 0,2-2-37,-2-2 1,5-2 0,-3 3 0,0-7-137,2-5 0,-3-3 0,5-2 1,0-3-161,1 3 1,-1-6 0,4-3 0,-3-2 60,-3 3 0,4-3 0,-3 11 1,-1 3 242,0 5 0,0 13 88,-1 1 1,-5 11 0,4 14 103,-4 6 0,-2 7 1,0 6-1,0 6 25,0 4 1,0 2 0,0 0 0,0 1-81,0-1 1,0 0 0,0-2 0,2-4-100,4-6 1,-2 2 0,7-2 2,-3-3 1,0-9 0,-2-7-33,7-4 1,3-10 0,1-5 0,-3-5-12,-1-7 1,-1 2 0,7-8 0,-1 0-5,1 2 1,0-6 0,-1 4 0,1-4-33,-1-2 1,-1 0 0,-2-1 0,-3 3-29,2 4 0,-5 4 1,-1 11 119,0 3 0,-6 7 0,4 12 51,-3 7 0,-3 5 0,-3 7 1,-1 6-2,-2 4 0,0 5 1,6 1-1,0 2-341,0-1 1,-6 3-1,0 1 1,1-1-357,3 1 0,2 1 0,0-5 0,0-5-139,0-2 0,7-4 1,1-15 93,2-3 0,3-5 668,5-8 0,9-16 0,2-5 0</inkml:trace>
  <inkml:trace contextRef="#ctx0" brushRef="#br0" timeOffset="336">800 666 6781,'-2'16'1666,"-2"-1"-1329,-2-3 1,-8-1 0,3 3 0,-1-2-85,-1 3 0,7 1 0,-4 3 0,0 2-19,-1 4 0,7-3 1,-2 7-1,4 0-49,2 0 1,0 0-1,2 2 1,4-6-40,6-4 0,5-9 1,2-2-1,-1-1 44,1-5 0,-1-2 0,1-6 1,0-7-135,-1-7 0,-1-7 1,-3 2-1,-3-4 3,-3-2 1,-2 4 0,-6-6 0,0 0-62,0 3 1,-8-1 0,-5 6-1,-1-2-224,1 2 0,-9 3 1,3 1-1,-2 0-326,1 1 0,1-1 0,1 1 0,1-1-389,5 0 0,-5 7 0,7 0-574,-1-3 1515,3 7 0,8-9 0,0 7 0</inkml:trace>
  <inkml:trace contextRef="#ctx0" brushRef="#br0" timeOffset="1218">1228 108 7697,'7'-19'0,"1"2"902,2 5-421,-6 4 1,5 12 0,-9 6 0,0 11 87,0 6 1,0 4-1,0 8 1,0 5-207,0 5 0,0 5 1,0 4-1,0 4-305,0 6 0,0 4 0,0 3 0,0-3-153,0-4 0,0-10 1,0-12-1,0-5-184,0-6-467,0-10 471,0-6 1,0-19 0,0-13 0,0-3 126,0-3 1,-3 1 0,-1-1-1,-2 0-92,2 1 1,-4-1-1,-1 0 1,1 1-75,0-1 1,-4-6 0,3 1 0,1 1 58,0 2 1,-7 5 0,5 1 373,0 3 1,-7 8 72,5-3 0,3 14 0,1 5 0,2 7 3,0 5 1,-1-1-1,7 6 1,0 0-31,0 0 1,0-6 0,3 4 0,3-3-59,6 1 0,5 0 0,1-8 0,1-3-77,0-1 0,5-9 0,3 2 0,0-4-43,0-2 0,6-2 0,-2-2 0,2-7-41,-2-5 0,2 1 0,-6-11 0,0 1-28,0 0 1,4-6 0,-6 4 0,-5 0 55,-5 0 0,-1-6 1,-5 4-1,-1-2 24,0 0 1,-2 8 0,-8-1 0,-2 3 12,-2 2 0,-9 7 0,3 2 0,-5 1 16,-1 5 0,-1 2 1,1 4-1,1 4 36,5 7 0,-5 3 1,5 3-1,-3 2-29,3 3 0,-3-1 1,9 6-1,2 0-62,2 0 0,2-6 0,0 4 0,0-3-189,0 1 0,8 0 1,5-6-1,3-3-78,3-3 1,1-5 0,3-8 0,4 0-120,2 0 0,-4-10 0,6-9 0,2-10 70,2-6 1,-6-2 0,-2-3 0,-2-3 343,0-7 0,-1-1 0,-7-1 0,-3 2 0,-1-1 0,-7 3 0,4-4 0,-1-1 0,-5-1 0,-2-6 0,-2 12 0,0 1 13,0 3 0,-9 9 1,-3 11 440,-4 11 0,-9 13 0,0 13 0,2 11 274,3 9 0,1 13 0,2 6 0,3 5-313,1 5 0,3 9 0,-4-3 0,3 4-345,3 3 1,2 5-1,6 3 1,0 0-504,0-1 1,8-9-1,2-13 1,5-9-251,4-7 1,-5-13 0,11-8 233,-4-9 0,-3-8 0,1-12 1,-3-6 448,-3-5 0,3-10 0,-5-2 0</inkml:trace>
  <inkml:trace contextRef="#ctx0" brushRef="#br0" timeOffset="1567">2159 610 7697,'-9'10'61,"-1"11"0,-7-4 0,3-1 193,2 1 1,1 9 0,-3-7 0,1 2 114,-1-1 0,6-1 0,-1 0 1,3 1-147,0 5 0,-6-4 0,5 4-264,3-5 0,2-1 10,2-1 0,2-7 1,4-5-1,7-4-207,3-2 0,-3-2 1,-1-2-1,3-4 75,1-3 1,3 5-1,-1-6 1,1-1 429,0 3 0,-1-5 0,1 7 0,-1 0 312,1 0 0,0 1 1,-1 7 75,1 0 0,-7 0 0,-1 3-181,-3 3 1,-4 6-1,-10 11 1,-7 4-391,-3 2 0,-11-4 1,-4 6-1,-2 0-225,2-3 1,-6 8 0,2-7-1,-7 2 141,1 0 0,-7-9 0,1 5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0T04:23:12.226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240 883 7684,'0'10'818,"0"-2"0,0-10 0,0-4-484,0-6 1,0 1 0,0-1 272,0-2 0,0 3 1166,0-1-1377,0 8 0,-8-5 1,-4 11-1,-3 5-77,3 5 0,-11 13 0,5 8 0,-3 8-219,0 9 1,-4-3-1,3 3 1,3 2-100,5 2 1,7-5 0,-3-3 0,2-7-108,4-10 1,4-9 0,6-7 29,6-7 1,5-6 0,1-6 0,1-9-77,0-7 0,-1-1 0,1-8 1,-1 0-85,1 2 1,-2-6 0,-3 4 0,-4-4-203,-1-3 0,3 1 1,-4 0-1,1 2-68,-1 4 0,-2-4 0,-6 4 0,0-2-441,0 2 0,6-2 0,1 8 947,-3 2 0,-2 2 0,-2 3 0</inkml:trace>
  <inkml:trace contextRef="#ctx0" brushRef="#br0" timeOffset="348">575 1385 7585,'-14'11'604,"-5"-5"1,3 2 0,3-2 485,-1-2 1,6-4-931,1-6 1,5 2 0,2-8-1,0-3 108,0-1 1,0-3 0,2-2 0,3-1 30,1-3 1,2-6 0,-4 4 0,2-2-173,-1-4 0,3-9 1,-2-3-1,0-3-161,2-3 1,-5-5 0,5-4 0,-2-4-293,0-2 0,7-9 1,-5-5-1,2 1-96,5 3 1,-5 3-1,2 3 1,3 8-40,1 10 1,3 7-1,0 26 149,-1 9 0,1 6 0,-3 6 0,-1 4-100,-3 6 0,-6 11 0,5 4 1,-3 2-585,-4 4 996,-2 10 0,7 5 0,1 8 0</inkml:trace>
  <inkml:trace contextRef="#ctx0" brushRef="#br0" timeOffset="600">464 957 7802,'-17'8'0,"3"3"1735,1-1-1255,9 7 0,-2-15 0,12 2-222,7-8 0,3 0 0,5-7 1,4 1-107,6 0 1,-2-3-1,2-5 1,4-1-292,6 0 1,-2 1-1,7-1 1,-3 1-350,1-1 0,5 0 1,-5 1-1,-3-1-738,-2 1 0,-4 1 1226,-4 5 0,5-5 0,-7 7 0</inkml:trace>
  <inkml:trace contextRef="#ctx0" brushRef="#br0" timeOffset="1180">1822 399 7667,'19'-10'582,"-9"-7"855,-4 5-783,-4-5 1,-2 9-79,0 8 1,-2 10 0,-2 15 0,-2 6-129,2 4 0,0 2 0,-1 3 0,-1 3-295,2 7 1,2-3-1,0 5 1,-2 2-98,-2 0 0,-1 3 1,7-13-1,0-5-224,0-6 1,0 0 0,0-8-501,0-2 1,-2-11 253,-4-6 0,4-6 1,-6-4-1,2-4-13,-1-2 1,-1-3-1,2-5 1,-4-1 118,-1 0 0,-5 1 0,3-3 0,-3-2 173,-3-1 1,1-1 0,-1 8-1,-2 3 133,-4 1 1,5 9 0,-5-2 0,4 4 184,3 2 1,-1 0 0,-2 2 0,-1 4 190,-3 7 0,6 9 0,7 5 0,-1 2-162,3 4 0,2 2 0,8 3 0,0-1-143,0 0 0,2-2 0,4-2 0,9-4-163,7-2 0,1-2 0,6-9 0,0-3-548,0-7 0,2-4 1,6-2-1,0-2-906,1-4 1548,-10-4 0,8-17 0,-7-2 0</inkml:trace>
  <inkml:trace contextRef="#ctx0" brushRef="#br0" timeOffset="1365">2120 753 7667,'-19'16'89,"0"-1"0,3-3 94,4 2 0,-3-3 1,9 1-1,0 3-4,-3 1 1,7 5 0,-4 2 0,4 1-298,2-1 1,0 0 0,0 2-1,0 4-180,0 0 0,0 4 0,0-9 0,0-1-841,0-2 1139,0-3 0,8 1 0,3 0 0</inkml:trace>
  <inkml:trace contextRef="#ctx0" brushRef="#br0" timeOffset="1548">2138 622 7662,'-6'-43'164,"0"-1"0,2 3-31,2 2 1,2 2 0,2 2 0,4 4 24,6 6 0,5 6 0,2 7 0,-1 3-66,1 1 1,-1 6 0,1-2-1,0 8-230,-1 8 1,1 5 0,-1 2 0,-1-1-1136,-5 1 1273,5 8 0,-7 2 0,9 8 0</inkml:trace>
  <inkml:trace contextRef="#ctx0" brushRef="#br0" timeOffset="1848">2362 1143 7662,'0'19'93,"0"-1"1,-7 1 0,-1-2 240,-2-5 0,4 5 0,-7-7 188,-1 0 1,3 5 5,-1-9 0,8-2-360,-2-10 0,4-4 0,2-9 0,0 0-52,0 1 0,2-3 1,2-4-1,4-6-9,2-4 0,1-4 1,3-3-1,-4-3-153,-1-3 0,3-1 0,-4-9 0,3-4-326,3-6 1,-3-5 0,3-3 0,5-1 76,3 3 0,3-1 0,-4 20 0,2 7 55,1 7 1,1 14 0,-6 8 9,-1 11 0,-1 20 0,-3 7 0,-3 4-276,-3 4 1,-2 2 505,-6 8 0,0 8 0,0 3 0</inkml:trace>
  <inkml:trace contextRef="#ctx0" brushRef="#br0" timeOffset="2331">2287 994 7619,'-18'0'909,"-1"0"1,11-2 0,8-4-871,10-6 1,7 1 0,1-1 0,3-2-52,4-3 0,-3-2 0,9 1 0,2-1-90,3 1 0,1-1 0,2 0 1,2 1-379,3-1 1,5 1 0,-5-1 0,-3 2 58,-1 5 0,-12 4 1,-3 8-1,-4 2 421,-2 4 0,-9 6 0,-4 11 0,-4 4-146,-2 2 1,-8 0 0,-5 4 0,-3-2 224,-3 2 0,1 0 0,-1 0 0,3-2 568,3 2 0,-3-6 0,5-2 0,1-4 650,4-3 0,-3 1-533,3-1-672,0-7 0,8-11 0,4-13 1,5-5 172,-1-7 0,4-4 0,-5-8 0,-1 0-39,0-1 1,7-1 0,-3-4 0,3-7-278,-3-4 1,7-4-1,-3-4 1,7-6-652,0-4 0,4-15 0,-3 0 0,1 5 221,2 3 0,-6 15 1,6 8-1,-5 13 339,-3 10 0,4 16 1,-13 17 3,0 10 0,-1 15 1,-9 6-1,0 4-257,0 3 0,0 1 395,0 4 0,-9 13 0,-1 10 0</inkml:trace>
  <inkml:trace contextRef="#ctx0" brushRef="#br0" timeOffset="3631">2883 976 7619,'-9'18'130,"7"-5"746,-4-1-567,4 1 0,4-1 1,4-2-1,7-1-86,3-5 1,5-2 0,2-2 0,3-2-156,3-4 0,2 1 0,7-7 1,-1-2 28,0-3 0,0-8 0,-2 0 0,-2 3-369,-2 1 0,-6-4 1,4 0-1,-4 3-44,-8 1 1,-1 2 290,-10 1 0,-8 7 0,-10 5 0,-5 4 34,-1 2 1,-3 8 0,-2 5 0,-4 3-19,-2 3 0,7 2 1,-3 1-1,4 5-23,3 2 1,-1-4-1,2 4 1,5-2-26,6-4 0,4 3 1,2-1-1,0-2-41,0-2 1,8-3 0,4-1 0,5-5-50,2-6 1,8-4 0,1-4 0,3-4 43,0-6 1,0-5 0,7-3 0,-3-5 113,-4-6 0,4 2 0,-6-2 0,2-2 131,0-2 1,-8 6 0,1 2 0,-3 4 404,-2 4 0,-7-3 41,1 9 1,-9 7-370,2 6 1,-10 8 0,-4 11-1,-1 0-95,1-1 0,2 1 1,6-1-1,0 1-143,0 0 1,0-1-1,0 1 1,2-1-55,4 1 1,4 0 0,9-3-44,0-3 0,1-5 1,3-8-1,2 0-83,-2 0 1,3-2-1,1-4 1,2-5-1,4 1 1,-6-7-1,-2 5 1,-4-5 88,-3-1 1,1-7 0,-1 0 0,-1 2-32,-5 3 0,3 1 1,-9 1-1,-2-1 34,-2 0 0,-2 7 1,0 0-1,-2-1 137,-4 3 0,-4 2 1,-9 8-1,0 0-8,1 0 0,5 2 0,1 2 0,-2 4 120,-3 2 1,1 3-1,1 5 1,5 1 51,1 0 0,-3-1 1,6 1-1,2-1 19,2 1 0,2 0 0,2-1-81,4 1 0,4-7 1,11-1-108,4-3 1,-3-4 0,7-8 0,0-4-177,0-3 0,0-1 0,4-9 0,-2-2 112,2-1 0,-4-1 0,0 6 0,-2 1 116,-4-1 1,-2 7-1,-3 1 1,-1 1 293,-5 0-150,-4 5 1,-8 5 0,0 13 0,0 3-155,0 3 0,-6 2 0,0 1 0,2 5-149,2 2 0,2-6 1,0 4-1,2 0 160,4 4 1,-2-4 0,9-1 0,1-1-115,3 0 1,3-6-1,3-9 1,2-2-96,-2-4 1,-1-2 0,1-2-1,4-2 37,2-4 0,-6 2 0,1-8 0,-3-3 31,-2-1 1,6-3-1,-1 0 59,-1 1 0,-2-1 0,-3 1 0,1-1 85,0 0 1,-1-1 0,-1-3 0,-3-2-16,-1 2 1,-1-5 0,5-3 0,-3-5-59,-2-1 0,-1-2 0,3-5 0,-1-7-57,1-9 1,-4-6 0,1-9 0,-1 3-130,0 4 1,-5 6 0,1 12 517,-4 7 0,-4 16-135,-4 14 0,-5 15 0,-7 21 0,-1 4 104,0 2 1,1 8 0,-1 9-1,1 1 70,-1 5 0,7 4 1,-1 4-1,-1 6-526,-3 6 1,1-8 0,3 11 0,7-5 479,4-4 0,2 4 0,0-10 0,0-6-293,0-8 0,0-15 0,-2-7-332,-4-3 1,-5-15 0,-7-10-4,-1-12 1,7-15 0,-1 2-1,-1-2 313,-3 0 1,-1-7 0,-1-7 0,0-1 62,1 1 0,-1-5 0,1 5 0,1-1 57,5 1 0,3-5 1,9 9-1,3 4-31,3 4 1,10 12 0,11 0 0,2 7-31,4-1 1,-4 7-1,2 2 1,2 4-601,2 2 0,3 0 0,-1 0 0,0 0-510,0 0 0,7 0 0,1 0 1033,3 0 0,1 8 0,7 2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0T04:23:17.042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261 652 7592,'19'0'-329,"-7"0"0,0 0 0,3-2 329,1-4 0,-1 4 0,-1-7 0,3 3 0,-3 0 0,1-6 0,3 3 0,1-1 1301,0-5 0,-7 5-647,0-2 1,-9 8-1,-3-3-328,-11 5 1,-5 2 0,-5 0 0,-2 0-140,-2 0 1,-6 9 0,7 1-1,-1 2-164,-2 1 0,6-3 0,-4 5 0,5-5-9,1-2 0,7 5 1,1-5-17,3 2 0,4 0 1,10 5-107,7-3 0,9-7 0,5 3 0,2-2 194,4 0 1,2 2-1,1-3 1,-3 3 109,-2 2 1,-9-6 0,3 5 0,-4-1-33,-3 4 1,-7-1 0,-5 1-1,-6 2 10,-6 3 0,-13 0 0,-12-3 0,-4-2-240,-2 3 0,-7-5 0,1 1 0,2-1-226,1 0 1,1-6 0,0 3 0,0-5-409,3-2 1,12 0 0,-1-2 17,4-5 0,11-3 0,4-9 0,4 1 202,2-1 0,8 1 1,4-3 479,5-4 0,1-4 0,1-8 0</inkml:trace>
  <inkml:trace contextRef="#ctx0" brushRef="#br0" timeOffset="247">745 1 7592,'37'0'279,"-14"0"164,-5 0 1,-11 2 0,-1 4 0,-4 6 203,-2 5 0,0 4 0,0 3 0,-2 7-149,-4 5 0,3 3 1,-3 4-1,4 7-293,2 4 0,0 4 0,0 1 0,-2 6-212,-4 1 1,4-6 0,-6 2-1,1-6-285,1-7 0,0-1 0,6-9 0,0-2-882,0-8 1,0-6 17,0-5 0,2-7 1156,4-5 0,5-12 0,7-5 0</inkml:trace>
  <inkml:trace contextRef="#ctx0" brushRef="#br0" timeOffset="1581">1228 596 7570,'19'0'1946,"-9"0"-1714,-1 0 0,-11 0 0,-5 0 1,-5 0 15,-5 0 0,-1 6 1,-1 3-1,1-1-9,-1 0 0,-2 7 1,-1-3-1,-3 2-169,2-1 1,9 3 0,1-3-1,1 3 11,1 3 1,3 0 0,8-1-200,0 1 1,2-9 0,4-4 0,9-4-212,8-2 0,4 0 0,6 0 0,-2-2 29,2-4 0,0-4 1,0-9-1,-4 1 4,-2-1 0,4 0 0,-6 1 1,-5-3 177,-5-4 0,-1 11 0,-8-5 0,-2 3 248,-1-1 1,-6 1-1,-3 1 1,-8 5 102,-9 2 1,0 1-1,-6 7 1,0 0-102,1 0 0,5 0 0,-4 0 0,2 0-22,0 0 1,0 2-134,7 5 1,8-3-22,3 8 1,14-8 0,5 2 0,4-1 39,3 1 1,0-4 0,-1 4 0,3-4 21,4-2 1,-5 0 0,7 0-1,-2 0-15,0 0 0,6 0 0,-4 0 1,0 0 52,0 0 1,-1 0 0,-3 0 0,4 0 22,2 0 1,-6 0 0,2 0 0,-5 2 262,-1 4 0,-1 7 0,-1 10 10,-5 1 1,3 7 0,-9-4 0,-2 4-128,-2 9 1,-2-1-1,0 10 1,0 3-211,0 2 1,-6 6-1,-2-2 1,0-7-48,-1-3 0,-5-7 0,3-10 0,-1-6-30,0-4 1,5-5 122,-5-3 1,8-7 14,-2-12 0,4-5 0,2-7 0,0-3-184,0-4 0,0 3 1,0-9-1,0-3-206,0-1 0,2-2 0,2-2 0,4-5-134,2-5 0,3-3 0,3 0 0,1 5 231,2 1 0,-5 3 1,11 6-1,-5 2 294,-1 4 1,0 6 0,-1 12 0,1 7 64,-1 4 1,-5 2 0,-3 2 17,-1 4 0,-3 5 0,-6 7-5,0 1 0,-6 0 1,-3-1-1,1 1 135,0-1 1,-7 1-91,3 0 0,1-3 0,1-1-25,2-3-246,2 0 1,8-1 83,4-5 1,4-4 0,9-2 0,2 0-8,3 0 1,-1-2-1,6-2 1,0-4-61,0-3 1,2-1 0,8-7-1,3-1 14,1-5 0,7 4 0,-5-6 0,1 2 67,-1 1 1,1-7-1,-5 4 1,0 0 127,-6 0 1,-6 0-1,-10 4 1,-3-2-27,-3 3 0,-5 1 0,-12 5 63,-8 3 0,-1-1 0,-14 7 1,3 5-20,-1 7 0,-8 5 0,2 8 0,-2 3-191,2 4 1,-3-2 0,8 8-1,-1 0 135,0-2 1,4 6 0,9-4-1,1 2 17,-1-2 0,5 2 0,3-6 0,6 0-60,6 0 0,5 2 0,9-9 0,5-5-40,6-5 0,-2-4 0,4-6 1,5-2-86,3-4 1,2-4 0,-6-9 0,3-2-43,3-3 0,-4 1 0,5-6 0,-5 2 99,-2 4 0,1 3 0,-3 1 0,-4 2 298,-6 5 0,-5 4 0,-1 8-87,-1 0 0,-7 2 0,-5 4 1,-4 6 105,-2 5 0,-8 4 1,-5 1-1,-5 3-95,-7-2 1,-2 4 0,-6 0-1,2 0-143,-2-1 1,0 5 0,0-6 0,4-2-62,2-2 0,2 1 1,7 1-185,-1 0 1,9-7-1,3 9-54,5-4 0,4-11 1,7-4-1,9-4-226,11-2 0,6 0 0,5-2 0,1-4-692,2-6 0,9-5 1,-2-1-1,5-1-555,8 0 0,1-1 1687,4-5 0,4-4 0,-6-8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0T04:24:19.935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0 19 7439,'11'-2'-263,"-5"-4"0,4 4 0,1-6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0T04:24:31.068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205 205 7782,'-9'-10'591,"7"-6"-32,-4 3 0,2 5 584,-2 2 227,4-5 0,-6 7-195,8-8 1,0 6 1514,0-7-1553,0 9 1,0-2-709,0 12 0,-7 6 0,1 13 0,0 6-99,-2 4 0,4 13 0,-9 8 0,1 10-197,1 6 1,-3 11 0,6 4 0,-3 2-134,-3-2 0,4-5 1,-1-9-1,1-7-48,-1-10 1,7-5 0,-2-14-1,4-8-485,2-6 224,0-13 0,2-10 1,4-12-1,7-4 230,3-3 1,-3-8 0,-1-4 0,3-6 26,1-7 1,3 3-1,-1-11 1,1-3-68,0-5 0,-1-5 0,1 6 0,-1-6 41,1-1 1,0 6 0,-1-2-1,-1 7 232,-5 5 0,-2 13 34,-3 12 0,-5 17 0,4 12-43,-4 12 0,-2 21 0,0 3 0,0 5-67,0 7 0,0 4 1,0 6-1,0 4-19,0 0 0,0 4 0,0-8 0,0-2-256,0-2 1,0-6 0,0-9 0,0-12 189,0-8 1,2-6 108,4-5 1,-4-6 0,5-12 0,-3-6-337,2-5 0,-4-2 0,6 1 1,-2-3-203,1-4 0,5 5 1,-6-7-1,-2 2-225,-2 0 0,5-6 0,-1 4 0,-2 0 157,-2 1 1,4-5 0,0 4 0,1 0-289,1 0 0,-4-4 1,8 6-1,1 2-1971,-3 3 2763,7 1 0,-7 9 0,9 2 0</inkml:trace>
  <inkml:trace contextRef="#ctx0" brushRef="#br0" timeOffset="850">930 633 7633,'13'0'-140,"-1"0"0,-8-2 1,5-2 735,-1-2 0,-6-2-178,4 1 0,-2 5 203,2-4 1,-3 2 223,3-2 0,-4 2 68,-2-9 0,-2 9-441,-4-2 0,3 2 0,-5 0-101,0-3 0,-2 1-90,-9 6 0,7 0 109,-1 0 1,7 0 146,-6 0-473,7-8 0,-5 6-269,4-4-478,4 4-756,-6 2-365,8 0 484,0 0 0,2 6-160,4 0 0,-4 2 401,4-1 1,-4-3 1078,-2 8 0,0-8 0,0 5 0</inkml:trace>
  <inkml:trace contextRef="#ctx0" brushRef="#br0" timeOffset="1649">447 894 7709,'0'18'1164,"0"-5"-1077,0-1 202,0-8 60,0 5 1,-7-11 959,1-5-522,0 5 1,6-14-345,0 3 0,0 3 1,2-2-1,2-3-19,2-1 0,3-3 1,-3 0-1,4-1 50,1-5 0,5 2 0,-3-8 0,3-2-91,3-2 0,-1-8 1,1-3-1,-1-2-114,1-3 0,0-1 1,-3 0-1,-1 5-170,-3 1 1,-6-1 0,5 8 0,-3 6-393,-4 4 1,-2 10-1137,-2 7 1031,0 7 0,-2 5 0,-2 13 0,-2 3 95,2 3 1,2-7-1,2 1 1,0 1 9,0 3 1,0 1 0,0 1 52,0 0 1,0-7-614,0 0-994,0 1-408,0 5 1244,0-7 914,0-3 125,0-8 0,0-2 1,2-2 661,4-2 1,-4-9-254,4 3 0,-4-5 0,0 1 112,4 3 1,-4 3-245,5 4 0,-5 2 0,0-7 1060,4 3-410,-4 2 1,8 6-447,-3 0 0,-5 8 0,6 7 0,-2 7-128,0 9 0,7 6 1,-7 7-1,0 8-187,2 8 1,-6-1 0,5 8 0,-3-3-419,2-4 0,-4-4 0,4-5 0,-4-3-544,-2-3 1,0-10 0,0-10-2843,0-4-443,0-3 4053,0-7 0,9-3 0,1-8 0</inkml:trace>
  <inkml:trace contextRef="#ctx0" brushRef="#br0" timeOffset="2633">1358 578 7617,'13'0'1022,"-1"0"-524,-8-9 0,5 5 4,-9-8 0,-9 8 42,-3-3 0,2 5-196,-3 2 0,1 0 1,-7 0-65,1 0 1,-1 2 0,0 5-1,1 3-87,-1 0 0,0 9 1,1-3-1,-1 7-3,1 0 0,5 6 0,1 0 0,-3 2-224,-1 0 1,6-2-1,3 4 1,5-4-291,2-2 1,2 4 154,5-7 0,3-1 0,8-10 0,1-7 107,0-4 1,-1-10-1,1-5 1,-1-3 35,1-3 0,0-6 1,-1-2-1,1 0 82,0 1 1,-7-5 0,-2 4 0,1 0 269,-1 0 0,-6 2 0,2 7 0,-4-1 983,-2 0-1143,0 9 1,-6 4 0,-2 14-1,0 9-167,-1 5 1,-3 11-1,4-2 1,-1 5-301,1 1 1,2-6 0,4-2 0,-2 0-471,-3 0 0,1-5 0,6 5-415,0-2 1,9-2 579,3-6 0,-2-11 0,3-6 1,1-8 49,3-5 1,-5-7 0,1-7-1,1 0 552,3-2 0,-5-2 0,0-8 0,1 0 0,5 0 0</inkml:trace>
  <inkml:trace contextRef="#ctx0" brushRef="#br0" timeOffset="2883">1730 1 7802,'11'2'1790,"-5"4"-1323,-4 6 1,-2 7 0,-2 6-1,-2 6-61,-2 4 1,-7 13-1,5 5 1,-2 9-149,-5 4 0,1 9 1,-1 8-1,3 1-287,-3 5 0,-1-8 0,-1-7 1,3-10-144,1-6 1,3-10 0,-2-7-1,3-10-1043,1-12 890,6-1 0,-6-18 0,8 0-472,0-10 0,0-9 0,2-3 0,2-5 221,2-2 1,7 4 0,-5-6 575,2-2 0,3-2 0,5-2 0</inkml:trace>
  <inkml:trace contextRef="#ctx0" brushRef="#br0" timeOffset="3366">1823 429 7617,'19'-11'145,"-7"-3"1,1 8 23,1 2 1,-3 4-1,-1 6 221,-2 6 0,5 5 0,-7 1 0,-2 1 23,-2-1 0,-2 1 0,0 0 0,0-1-211,0 1 0,0 0 1,-2-1-1,-4 1-124,-7-1 0,3 1 0,-2 0 0,-3-1-70,-1 1 0,-3-3 1,0-1-326,1-3 0,-1-2 0,1 5 0,-1-5-63,0-1 0,7 3 0,0-4 261,-3 3 1,5-5 0,-3 6 169,-1 3 1,6-5-1,1 2 169,5 3 1,2 1-1,0 3 1,0 0-9,0-1 0,2-3 1,5-1-1,5 3-7,5-3 1,1-1 0,3 1 0,4-4 38,6-1 1,4-3 0,2-8 0,0-4 160,1-7 1,5-10 0,0-3 0,-1-5-102,-3-9 1,-4 3-1,-2-6 1,-4 1-89,-2-1 0,-4 4 1,-11-5-1,-6 7 29,-4 6 0,-2 4 0,-2 9 0,-4 1-37,-6 5 1,-5 3-1,-1 11 1,-1 5-186,0 5 1,7 7 0,2 3 0,-1 3-320,1-2 1,6 4 0,-2-2 0,4-1-202,2 3 1,6-6 0,2 4 0,2-5-407,5-1 0,10 0 0,6-3 1,6-3-261,6-7 0,5-4 0,10-2 1163,4 0 0,-4-8 0,6-3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0T04:24:38.984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149 1404 7595,'0'-13'205,"-2"3"560,-4 2 0,4-7-433,-4 3 0,4-5-5,2-1 1,0-1 118,0 1 0,0 5 551,0 1-833,0 8 1,-8 4-1,-3 12 1,-1 7-174,-1 6 1,1-3 0,-7 9 0,3 2-69,3 3 0,-1-5 1,8 0-1,2 0-72,2-3 1,2-1 0,0-8-1,0 0-77,0-1 0,8-7 0,4-5 0,7-4 149,6-2 1,-3-2 0,7-4 0,0-9 44,0-8 1,-6 3 0,2-7-1,-5 2 35,-1 0 1,0 0-1,-3 7 1,-1-1 109,-3 1 1,-8-1 438,2 0-328,-4 9 0,-8 10 0,-2 12 0,0 5-93,-1 2 1,-3 5 0,4 1-1,-1-2-102,1-2 0,2 3 1,6 1-1,0-2-167,0-2 1,0-3-1,0 1 1,0-1-286,0 1 0,2-2 0,4-3-41,7-2 0,3-7 0,3 1 0,-1-4-2,1-2 1,-7-8-1,1-5 1,1-3 106,3-3 0,1 0 0,1-1 0,0-3 359,-1-2 0,-7-8 0,5 4 0,-5-8 0</inkml:trace>
  <inkml:trace contextRef="#ctx0" brushRef="#br0" timeOffset="416">708 1199 7595,'-7'19'144,"-1"-3"0,0-1 161,0-3 1,-1 7 0,5 6 0,-2-1 30,2 3 0,2-4 1,2 6-1,0 0-159,0 0 1,0-4 0,0 6 0,0 0-139,0-2 1,0-2 0,0-9 6,0 1-156,8-9 1,-4-2 0,6-10-1,1-4-163,-1-6 0,-4-5 0,7-1 0,1-1 10,3 0 0,-5-1 1,1-3-1,-1-2 174,-2 2 1,7 1 0,-7-1-1,3-2 81,-1 2 0,-6 3 1,5 1-1,-1 0 149,0 1 1,-4 1 834,7 5-728,-9 4 1,4 16-1,-8 4 1,0 5 47,0 1 1,0 7 0,0 2-1,0 0 56,0 0 1,0 6-1,0-4 1,0 2-205,0 0 1,0-6-1,0 4 1,0 0-132,0 0 1,0-7 0,0 3 0,0-4-538,0-3 1,0 1 0,0 0-1825,0-1 226,0-7 2118,0-3 0,8-8 0,3 0 0</inkml:trace>
  <inkml:trace contextRef="#ctx0" brushRef="#br0" timeOffset="749">1191 1385 7683,'-18'0'2836,"-1"0"-1977,0 0 1,9 2-1,2 2-459,0 3 0,6 7 0,-5-1-224,5 3 1,4 3-1,2-1 1,3 1-207,-3 0 1,4 5-1,-2 1 1,0-2-178,3-2 0,-7-3 0,4 1 1,-4-1-383,-2 1 0,6 0-3499,1-1 4088,7-7 0,-4-11 0,9-11 0</inkml:trace>
  <inkml:trace contextRef="#ctx0" brushRef="#br0" timeOffset="1332">1470 1292 7632,'-8'11'360,"4"3"0,-6-6 0,-1 3 260,1 3 0,6 3 1,-2 1-293,4 1 0,2 0 0,2-1 0,2 1-246,2-1 1,6-5-1,-3-1-84,1 3 0,-4-7-85,7-2 0,-7-4-131,6-2 0,-6 0 1,5-2-1,-1-2-37,0-2 1,-3-9 0,3 3-1,0-3-44,1 3 1,-5-5-1,6 5 115,3-4 1,-5 3 584,2 1 0,1 1 222,5-1 0,-5 4-280,-1 8 0,-6 6 0,5 2 0,-3 2-114,-4 5 0,0 2 1,0 1-1,3 1-140,-3-1 0,-2 1 0,0-3 1,2-1-44,2-3 1,0-5 8,-6 5 1,3-8-303,3 2 1,-4-6 131,4-6 0,2-4 0,1-9 0,-1 1-43,0-1 1,5 0 0,-7 1 0,0 1 150,2 5 0,-4-5 0,9 5 117,1-5 1,-3 1 73,1 3 0,-6-1 88,7 8 0,-7 2-308,6 10 0,-8 4 0,5 9-305,-1-1 1,-4 1 0,6 0-473,-1-1 0,3-5 1,-4-3 812,3-2 0,1 7 0,7-5 0</inkml:trace>
  <inkml:trace contextRef="#ctx0" brushRef="#br0" timeOffset="2380">2345 1385 7632,'-19'0'-492,"1"0"1232,-1 0 1,0 0 0,1 0 260,-1 0 0,7 0 0,2 2-779,1 5 0,1-3 0,4 8-248,-2 3 1,-1 1-1,7 3-28,0-1 0,0 1 0,0 0 0,2-1-174,5 1 0,-3-7 0,8 1 0,3-1-32,1-2 1,9 5 0,0-9 0,0-2 172,2-2 0,-7-2 1,5-2-1,-4-2 30,-3-2 1,1-9 0,0 3 0,-1-5 82,1-1 1,-3-1-1,-1 3 1,-5 1 171,-2 3 0,5-1 512,-7-5-227,0-1-397,-6 9 0,2 2 0,2 10 33,3 4 0,1-2 0,-2 8-87,6 3 1,5 1 0,2 3 2,-1 0 1,1-3-1,-1-1-204,1-3 1,-7-8-1,1 2-156,1-4 1,-3-4 0,1-2 142,2-2 1,-5-9 0,-1 1 0,-2-7 192,0-3 0,7-3 0,-5 2 0,0-6 156,1-4 1,-1-11-1,-4-3 1,2-7-51,-2-6 1,1-6 0,-1-13 0,2-10-205,-4 40 1,0-1 0,3-2 0,0 0-1,1-8 1,1-2 0,1 0 0,0 0-56,2-1 1,-1 2 0,-3 6-1,0 4 1,7-30 0,-1 19 482,-2 21 0,-1 22 1,-9 23 273,0 15 0,-2 18 0,-5 15 1,-3 5-219,0 7 0,-7 13 0,5 14 1,-3 8-339,9-45 0,0 1 0,-3 5 0,1 0 0,3 1 0,0 0 0,0-1 0,0 0-178,1-1 1,2-1 0,0 0 0,1 0 0,1 0 0,0 0 0,1-2 0,1-1-302,4 46 1,-2-10 0,6-25 0,1-12-697,-1-13 914,-6-14 1,4-8 0,-8-17 0,0-13-243,0-9 0,0-1 0,-2-6 1,-2 0-43,-2 0 1,-7-2 0,5-6 0,0 0 190,0-1 1,-7-1 0,3-4 0,-7-7 294,-6-4 0,5-8 0,-7-2 0,2 0 0,0 0 0,-6 4 0,4 12 0,0 11 384,1 10 0,1 15 1,6 6-1,1 8 182,-1 10 1,9 1 0,3 14-1,5-3-101,2 1 1,9 2-1,3-6 1,5-1-405,1-3 0,1-3 0,1 5 0,3-2 66,2-5 1,8 2-1,-2-7 1,2-1-44,-2 2 0,10-6 0,-3 6 0,3-1-138,5-1 0,-5 0 0,9-6 0,-1 0 50,-1 0 1,-3 6 0,-8 0-1,1 1 342,-1 1 1,-8-4-1,-4 8-154,-5 3 1,-7 1-1,-3 3 1,-2 0 9,-4-1 0,-4 1 0,-4-1 0,-4 1-53,-2 0 0,5-1 1,-1 1-1,2 0-468,-2-1 1,4 1-1,-4-1-385,4 1 1,2-7 0,2-1 94,4-3 1,-2-2-1,8-6-305,3 0 1,1 0 0,3-2 921,0-4 0,-1-4 0,1-9 0</inkml:trace>
  <inkml:trace contextRef="#ctx0" brushRef="#br0" timeOffset="2914">3685 1218 7943,'-19'16'0,"0"-1"296,1-3 0,1-6 1,3 5-1,3-1 71,3 0 0,-4-3 0,5 5-218,3 3 1,2-5 41,2 2 0,9-8 0,3 3 1,4-5 98,3-2 1,0-2 0,1-3 0,3-3-59,2-2 0,6 0 0,-6-5 0,0 5-105,1 1 1,-5-3-1,4 4 1,-4 0 185,-3-1 1,9 1-100,4 2 1,-6 6 0,-4 0-102,-7 10 0,-10 7 0,2 1 0,-4 1 211,-2-1 1,-6 3-1,-2 2 1,0 2-128,-1-3 1,-3-1 0,4-2 0,-1-1-520,1 1 0,2 0 1,4-3-284,-4-4 0,4-1 312,-5-5 0,7-4 0,5 2 1,3-6-1,2-4 1,-4-9-1,7 5 1,1-2 163,3-1 1,-5 1 0,1-7 0,1 1 177,3-1 1,1 3-1,1 1 1,-1 3 52,1-3 0,-7 5 0,1 0 0,1 1 188,3 5 1,-5 2 0,1 2-39,1 0 1,3 0-1,1 2 1,1 4-693,-1 7 1,-1-3 0,-2 2 0,-5 3-64,-2 2 1,5-5 0,-5 0-1004,2 3 1,-6-5-567,2 3 2072,-3-9 0,-12 4 0,-1-8 0</inkml:trace>
  <inkml:trace contextRef="#ctx0" brushRef="#br0" timeOffset="3131">3554 883 7524,'-49'12'241,"1"-1"1,5-1 880,8 0 0,6-6 0,12 5-710,5-1 0,3-4-1238,9 9 0,0-7 248,0 6 1,-8-1-1,-4 3-20,-5-2 0,-1-5 0,-1 3 598,0-2 0,-8 7 0,-1-5 0</inkml:trace>
  <inkml:trace contextRef="#ctx0" brushRef="#br0" timeOffset="3314">838 1106 7589,'-66'0'2150,"6"0"-2005,8 0 1,25 0 0,23 0-1082,18 0 0,15 0 936,15 0 0,3-8 0,9-2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0T04:24:35.350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159 642 7687,'-18'0'-162,"-1"0"179,1 0 0,5 0 0,1 0 267,-3 0 1,5 0-1,-2 0 265,-3 0 1,5 0-229,-3 0 1,11-8-1,0-5-44,6-3 1,13 3 0,-1 1 0,9-5-68,4-5 1,2 1-1,8-4 1,3 4 202,1 3 0,3-1 0,-5 3 0,2 3-137,-1 7 0,-3 4 0,-4 4 0,-4 4 6,-6 7 1,-13 11 0,-5 9 0,-5 9-111,-2 7 1,-15 11 0,-5 4 0,-7 3-120,-6 3 0,-9-4 0,-1 2 0,2 1-35,1-3 1,3-4-1,2-13 1,4-3 63,6-1 0,6-14 1,7 0-1,6-8-102,4-4 0,4-3 1,4-1-3,6-3 1,11-8 0,4 2 0,0-4-56,0-2 0,4 0 0,-4 0 0,0-2-45,-1-4 0,8 2 0,-5-6 0,2-1-119,0 1 0,-7-2 0,5-7 1,0 0-368,0 1 1,0-1 0,2 1 0,-4-1-269,0 0 0,-6 1 0,3 1 0,-3 3 876,-2 1 0,-1 1 0,1-7 0</inkml:trace>
  <inkml:trace contextRef="#ctx0" brushRef="#br0" timeOffset="816">922 791 7653,'-18'12'371,"-1"-2"366,0-1 1,9 5-301,4-1 1,6-3 0,6 0-284,7-2 1,5-1-1,5-7 1,4 0-35,2 0 0,-5-2 1,5-3-1,-2-1-259,-4 2 1,-2-4-1,-1 2 1,3-1-424,2-1 0,-6 6 0,-7-4 1,2 4-781,3 2 1,-5-6 1341,1-1 0,-9 1 0,4 6 0</inkml:trace>
  <inkml:trace contextRef="#ctx0" brushRef="#br0" timeOffset="1351">1480 940 7710,'0'-13'306,"-2"3"0,-2-1 702,-2 1 1,0 4-478,6-7 0,0 11 0,0 2-204,0 11 0,0 11 1,0 7-1,0 5-47,0 5 1,0 10 0,0 1 0,0 4-128,0 2 0,-2 6 0,-2 0 0,-3-2-135,3-3 1,-4-7 0,2-2 0,2-5 113,2-8 0,-5 0-225,1-10 0,0-10-78,6-15 0,0-15 0,2-12 0,2 0 101,2 1 1,7-8 0,-5 3 0,2-6-6,5-6 0,1 4 0,3-7 0,0 3-6,-1-1 1,1-5-1,-1 3 1,1 1 55,0-1 1,-1 3 0,1 8 0,0 4 1,-1 6 0,-1 10 1,-3 5-1,-1 4 292,1 8 0,-4 8 0,1 15 0,-3 8 78,-4 8 1,-2 1 0,-2 5-1,-2 1-365,-4-1 0,2-5 1,-9 3-1,-1-3-332,-3-5 0,-1 4 1,-1-12-1,1 0-257,-1-4 0,0-7 0,1-3-288,-1-3 1,3-10 0,3-2-326,7-10 1,4-9 1219,2-5 0,8-5 0,2-9 0</inkml:trace>
  <inkml:trace contextRef="#ctx0" brushRef="#br0" timeOffset="1869">2318 958 8266,'-13'6'2831,"1"1"-2516,-3-3 1,5-2 0,-2-2-137,-3 0 0,5 0 0,-3 0-74,-1 0 0,4 0 1,-3 0-147,-1 0 0,3 0 1,-1 0-146,-2 0 0,3 2 0,-1 4 21,-3 6 0,5 5 0,0 2 155,1-1 0,3 1 0,6-1 0,0 1 10,0 0 0,0-7 0,2-2-22,4-1 1,5 3 0,7-6 0,1-2 35,0-2 1,-1-8 0,1-2-1,-1 0 312,1-1 1,0-5 109,-1 2 0,1-3 276,-1 3 0,-5 3-392,-1 9 1,-8 2 0,3 5-322,-5 5 1,-2 5 0,0 1 0,0 3-74,0 4 0,0-11 0,0 5 0,0-3-904,0 1 0,0 1-1063,0 1 0,2-2 1125,4-5 0,4-4 0,7-10 916,-5-4 0,5-4 0,-7-9 0</inkml:trace>
  <inkml:trace contextRef="#ctx0" brushRef="#br0" timeOffset="2301">2634 884 8812,'-2'16'1197,"-2"1"1,-2-1-709,1 5 0,1 4 0,0 0 0,-2 6-77,2 4 1,2 8-1,2 1 1,0-3-319,0-2 1,-6-4-1,-1-2 1,3-4-302,2-2-189,2-2 1,2-15 0,4-5 29,7-10 1,-3-11-1,1-9 1,-1 0-36,0-2 1,1 0 0,3-6 0,-2 2 204,3-2 0,-5 4 0,3-2 0,-1 0 240,-2 2 0,5 0 0,-7 7 0,0-3 319,1 2 0,-1 11 36,-2 6 1,-4 6 0,4 8-77,-4 10 1,5 1-1,-1 8 1,-2 0-56,-2 4 1,4 2-1,0 0 1,1-4-202,1-2 1,-4 6 0,6-4-1,1 0-363,-1-4 0,-4-5 0,7-1-300,1-1 1,-3-7 113,1-5 1,-2-6 0,5-6 0,-5-7-300,-2-3 1,5-3 0,-7-1-1,0-3-782,2-2 1563,-6 0 0,15-2 0,-7-2 0</inkml:trace>
  <inkml:trace contextRef="#ctx0" brushRef="#br0" timeOffset="2800">3025 1033 7668,'12'-17'-1439,"-2"3"1409,-1 1 1513,-3 9 0,-6-2-1042,0 12 0,0 4 0,2 7 1,2-3-109,2-1 0,9-3 0,-1 5 58,9-3 1,-2-8 0,4 2 0,-5-4-136,-1-2 0,6 0 0,-1-2 0,1-4-196,2-6 1,-6-3-1,4-1 1,-5-1-99,-1-4 0,-3-1 0,-1 3 0,-5 1-67,-2-1 1,-1 0-1,-7 1-39,0-1 0,-9 3 0,-3 3 26,-5 7 0,5 4 1,0 4-1,-1 4 68,3 7 0,-5 3 0,7 3 0,0-1 28,0 1 1,1 2-1,7 1 1,0 3 66,0-2 1,0 4 0,0-2-1,0-1 34,0 3 1,9-6-1,3 4 1,5-5-222,1-1 1,7-2 0,2-3 0,2-4 187,4-1 0,2-5 1,2-8-1,1-7-80,-1-5 0,0-7 0,0-14 1,0 0-6,1-1 1,-7-5 0,-2-3-1,-3-1 45,-3-5 1,-2-4 0,-5-4 0,-1-4-33,-3-2 1,-8-2-1,1-6 1,-10-3-40,-7-4 0,-5 1 0,-3-1 1,-3 15 226,-2 12 0,-8 17 0,4 14 0,0 11 257,4 12 0,-1 23 0,1 18 0,2 9 48,2 8 0,3 12 1,-1 2-1,3 11-348,3 8 1,-1 0-1,10-41 1,2 1 0,-3 46-806,3-6 1,19-8-1,8 0 1,10-5-1511,8-5 0,7-14 1885,12-3 1,4-8 0,8-11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0T04:24:49.616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429 168 7708,'12'6'867,"1"1"153,-9-1-2,4-6-436,-8 0 1,-2 0-6,-4 0 1,-5 0-263,-7 0 0,5 0 0,3 2 0,0 2-34,-1 2 0,-1 9 0,-7-5 1,-1 3-11,-5-1 0,2 7 0,-6 5 0,0 1-143,0 2 1,-2 2-1,-4 8 1,2 0-104,2 1 0,8-1 1,1 0-1,7-2-171,9-4 1,4 2-1,2-8 1,2-2-1,4-3 0,4-7 0,11-3 0,4 1 24,6-1 1,-2-6 0,2 4 0,0-2 160,-2 1 1,4 1-1,-8-4 1,-3 4 114,-1 3 0,-2 1 1,-3 7-1,-1 1 101,-3 5 0,-8-4 1,0 6-1,-8-2-25,-8-1 1,-5 7 0,-1-6-1,-1-2-374,1-2 0,-7-3 0,0 1 0,0-1-334,-2 1 1,4-7 0,-5-1 0,-1-3-386,0-4 0,6-2 0,-2-2 26,4 0 0,11-8 1,4-4-1,4-7-1243,2-6 2080,0 4 0,8-14 0,2 6 0</inkml:trace>
  <inkml:trace contextRef="#ctx0" brushRef="#br0" timeOffset="565">801 726 7399,'0'-18'0,"2"1"-429,4 5 0,-4-5 0,4 5 703,-4-5 1,-2-1 0,3-1 75,3 1 1,-4-1-1,4 0 51,-4 1 1,-4 1 0,-2 3 42,-2 1 0,-9 9 0,3-2-207,-5 4 0,5 10 0,-1 5 1,-1 3-30,-3 3 0,5 6 0,2 1 0,-1 1-140,1 0 0,6 4 0,-2-4 0,4 0-55,2 0 0,0-2 0,0-7 0,0 1-166,0-1 0,0-5 0,2-3 19,4-2 0,4-1 0,9-7 1,-3-2 44,-3-5 1,3-3 0,-5-9 0,1 3 66,0 4 1,-7-5-1,3 5 49,0-5 0,-6-2 49,4 1 3,-4-1 0,-4 11 0,-4 8 0,-4 12-12,0 11 0,-7 0 0,5 6 1,-3 0-210,3 0 1,-3 2-1,7 6 1,-2 2-463,-5 5 0,7-11 1,2 2-1,4-6-148,2-6 1,0-9-1,2-4 752,4-1 0,4-11 0,9-9 0</inkml:trace>
  <inkml:trace contextRef="#ctx0" brushRef="#br0" timeOffset="1866">1117 615 7682,'-12'6'258,"-1"0"1,7 9 0,-4-3 0,2 5 239,3 1 0,3 1 1,2 2-1,0 3-333,0 7 1,0-2-1,0 0 1,0-2-97,0-4 0,0-2 1,0-3 170,0 1-519,0-1 1,7-9 0,1-9 61,2-11 0,-4-5 0,7-3 0,-1 1 55,-1-1 1,5-2 0,-6-2-1,3-1-4,-1 1 1,-1 2 0,3 1 0,-2-3 136,3-2 1,-5 2 0,1 9 0,-3 1 835,-4-1-456,6 6 1,-1 1 0,3 14-156,-6 5 0,-4 5 1,-2 3-1,-2 3 56,-4 2 0,4 0 1,-4-7-1,4 1-259,2-1 1,0 1-1,-2-2 1,-3-3-18,-1-1 0,0-7-654,6 6 33,0-8 187,0 5 0,6-18 205,0-3 1,7-5 0,-7-1 61,-2-1 1,4 7 0,1-1 26,1-1 1,-6 3 0,4-1 55,1-2 1,1-3 134,9-2 1,-7 3 0,0 1 245,3 3 0,-5 8 29,3-2 1,-7 4-1,4 4 1,-2 4 2,-3 6 1,-1 5 0,0 1-1,2 3-103,-2 4 0,-2-2 0,-2 8 0,0 2-54,0 2 0,0 2 0,0 0 1,0-2 8,0-4 1,0 5-1,-2-7 1,-2 0-141,-2-5 1,-7 3 0,5-2-151,-2-2 0,6-9 0,-5-3 56,1-3-25,6-2-2,-6-6 0,8-2 84,0-4 0,0 2 1,0-9 46,0-1 0,0 3 0,0-1-17,0-2 1,0 3-38,0-1 0,2 6-464,4-7 75,-4 1 1,6-1 65,-8 1 0,3 2 0,1-5 0,2 3-259,-2-3 1,4-1 0,1-5 0,-1-2 608,0-1 0,15-18 0,-3 3 0</inkml:trace>
  <inkml:trace contextRef="#ctx0" brushRef="#br0" timeOffset="2081">1843 1 7927,'-17'2'0,"3"4"550,1 7 0,7 5 1,-4 7-1,2 8 185,3 8 1,-3 7-1,2 8 1,2 2-255,2 4 1,-4 4 0,-1 6-1,3-2-514,2-1 1,2-9-1,0 2 1,0-7-209,0-5 0,0-7 0,0-12-2316,0-6 1453,0-4 0,8-11 0,3-6 138,-1-8 0,0-4 966,-3-4 0,-5-13 0,6 4 0</inkml:trace>
  <inkml:trace contextRef="#ctx0" brushRef="#br0" timeOffset="2414">1843 838 7637,'-2'17'53,"-2"-3"1,-3-1 201,3 1 1,-4 3 0,2 1 0,2 1 254,2-1 1,4 1 0,4 0-294,6-1 1,5-8 0,1-1 0,1-3-58,0 0 0,-1-2 0,1-10 0,1-6-80,5-5 1,-4-1 0,4-3 0,-2-2-98,1-2 0,-5-8 1,2 4-1,-7-2 78,1 0 0,-7 9 0,-2-5 0,-4 2 468,-2 0-228,0 0 0,-8 15 1,-5 6-1,-3 8 141,-3 8 1,-6 11-1,3 4 1,3 2-153,5 4 0,1 2 1,-3 2-1,3 1-220,7-1 0,4 0 0,2-2 0,2-2-435,4-2 1,11-8 0,10 0 0,4-9-702,8-8 1,6-6 0,11-6 0,0-8 1065,0-9 0,8-14 0,2-11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0T04:24:54.049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205 168 7695,'12'0'-228,"-1"-2"111,-3-5 0,0 5 0,-4-6 259,2 0 0,1 4 147,-7-9 0,6 7 0,0-6 337,-2-3 0,-2 5 194,-2-3 0,0 7 638,0-6-977,0-1 0,-8-3 1,-4 3-217,-5 7 0,5 4 0,-1 4 0,-1 4-101,-3 7 1,-3-3-1,-1 3 1,-2 1-61,0 3 1,13 1 0,-8 1-1,1-1-178,0 1 0,5 0 1,2-1-47,1 1 0,3-1 1,8 1-1,4-2 22,7-5 0,10 2 0,4-7 1,1-3 72,6-2 0,7-2 1,2 0-1,-1 0 88,-3 0 1,4 0-1,-1 0 1,-5 0 42,-4 0 0,-10 0 0,2 0 0,-7 2 32,-5 4 0,-5-2 0,-10 9-16,-4 1 0,-7 3 0,-10 1 0,-4 1-52,-1 0 1,3-1-1,-6-1 1,-2-3-486,-2-1 1,4-7 0,2 4 0,0-2-323,0-4 1,4 5 0,-4-3-782,2-2 0,4-4-513,11-6 2031,4-4 0,24-17 0,5-2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0T04:25:01.148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224 1191 7810,'-12'0'-4,"-1"0"90,-1 0 1,-3 0 0,-1 0 541,-1 0 1,7 0-1,-1 0-392,-1 0 1,-3 6 0,1 2-1,1 3-117,3 3 1,6 3 0,-5 1-1,3 1-169,4 0 1,2 5 0,2 1 0,0-2-76,0-2 0,8-3 0,5-1 0,5-3 13,7-1 0,-2-9 0,6 2 0,-2-4-58,-5-2 0,5-8 0,-2-3 0,-2-1 21,-3 0 0,-3-1 1,-3-5-1,-3-1 141,-3 0 0,-2 1 0,-6-1 0,0 1 122,0-1 1,0 0 0,0 1-70,0-1 1,-2 3-1,-2 1 1,-4 5 15,-3 2 0,7-1 1,-4 5 75,0-2-47,6 0 1,-7 8 0,9 4 14,0 6 0,0-1 1,2-1-1,3 0 13,1 1 1,8 1 0,-1 5-1,1-3 69,-1-1 1,3-1-1,-3 7-134,3-1 0,-4-5 0,1-3 0,-1 0-14,-1 1 0,5-7-52,-3 2 1,3-4-1,1-4 13,-5-4 1,2-5 0,-5-5-1,-1-1-11,0-1 1,5 3 0,-5-10 0,2 5 48,5 1 0,-5-6 0,3 1 1,-1 1 46,-2 2 0,7 3 1,-7-1-1,3 2 418,-1 5 0,-6-2 427,7 7 0,-7 3-576,6 10 0,-8 7 0,2 10 1,-3 3-133,-3 3 1,6-4-1,0 4 1,0 0-197,2 0 0,1-6 0,5 2 1,-1-5-3357,1-1 3330,3-1 0,1 9 0,1 2 0</inkml:trace>
  <inkml:trace contextRef="#ctx0" brushRef="#br0" timeOffset="599">1508 540 7749,'19'-6'-75,"-1"-3"0,1 1 194,-1 0 0,-5-5 1,-1 7-1,3 2 644,1 2 0,-3 2 0,-3 2-208,-2 4 0,-2 7 0,-6 11 0,0 7-19,0 5 1,-2 9-1,-2 3 1,-2 1-119,2 1 0,-4 6 0,1 6 0,3 0-350,2 2 0,2-6 0,0 2 0,0-9-284,0-7 0,0-5 1,0-4-726,0-4 619,0-12 1,0-13-1,0-12 1,0-7-132,0-3 1,0-3 0,0-1 0,0-3 203,0-2 0,-2 0 1,-4 7-1,-6-1 14,-5 0 1,-2 1-1,1-1 1,-3 1 73,-4-1 1,5 0 0,-7 3 0,2 3 414,0 7 1,0-2 0,7 2 0,1 4 43,5 6 1,-5 6 0,7 9 0,0-1-123,3 1 0,5 6 0,2 2 0,2-1-119,5 1 0,-3-2 0,10-6 1,5 1-114,4 5 0,3-10 0,-1 3 0,6-3-1853,4-5 0,3-2 1909,-1-8 0,8 9 0,3 1 0</inkml:trace>
  <inkml:trace contextRef="#ctx0" brushRef="#br0" timeOffset="1048">2178 1042 8118,'-19'-8'458,"1"4"0,-1-7 0,0 3-227,1 4 0,-1 2 0,1 2 0,-1 0-100,0 0 0,1 2 0,-1 2 0,1 4 2,-1 3 1,2 1 0,3 7 0,2-1-17,-3 1 0,1 2 1,1 1-1,7 3-170,4-2 0,2-2 1,0-3-1,2 1-58,4-1 1,5 1 0,9-2-1,3-5-116,2-6 1,6-4 0,-4-2 0,-1 0-52,1 0 0,4-8 1,-4-2-1,0-3 67,0 1 1,-2-1 0,-7-5 0,1-1 153,0 1 1,-7-1-1,-2 0 1,-1 1 393,-5-1 1,4 1-69,-2-1 1,0 7-1,-8 1-83,-4 3 0,-2 4 0,-7 10 0,5 6-84,2 5 0,2 2 0,6-1 1,0 1-157,0-1 1,0 3 0,2 2 0,2 2-253,2-3 1,15-1-1,-3-2 1,5-1 120,4 1 1,2-3 0,6-3 0,-2-7-115,-2-4 1,-2-2 0,4-2 298,-2-4 0,-8-13 0,4-10 0</inkml:trace>
  <inkml:trace contextRef="#ctx0" brushRef="#br0" timeOffset="1783">2773 279 7719,'-18'29'40,"-1"6"1,0-4 0,3 7 396,3 5 0,3 7 0,6 12 0,-2 8 63,2 8 1,0 1 0,-1 6 0,-1 0-844,2-1 1,2-1-1,2 0 1,0-9-205,0-2 0,0-16 0,0-6 381,0-9 0,-8-20 113,-5-9 1,5-16 0,2-10 0,2-7-113,-3-4 0,5-2 0,-4 5 0,2-5 140,-2-2 1,-2 0 0,-7-4 0,3 0-86,-3-7 0,-1 3 1,-3-8-1,-2 1-28,-3 1 1,3-7-1,-4 5 1,4-1 307,3 1 1,-1 4 0,1 9-1,-1 10 2176,0 7-1820,9-1 1,2 22 0,10-2-244,4 4 0,4 7 0,9-7 0,0 0-124,-1 1 0,3 3 1,2-6-1,4 0-91,2 3 0,-5-5 0,7 8 0,0 1-64,-2-3 0,6 4 0,-6-5 1,2-1-97,0 0 1,0 5-1,5-5 1,-3 0 35,-2 0 1,-9 1-1,5-5 137,0 2 118,-6 9 0,-5-5 1,-16 6 15,-10-3 0,-7 3 0,-1-5 0,-1 1-98,1 1 0,-1-3 0,0 4 0,3-1-104,3 1 0,-3 3 0,6 1-106,-1 1 1,3 0 0,8-1-28,0 1 1,2-9-1,4-4 1,7-4 50,3-2 1,3 0-1,-1 0 1,3-2-74,4-4 0,-2-4 0,6-11 0,-3-2 118,-3-1 1,-2-3 0,-3 4 0,1-2 206,0 2 0,-3-3 0,-1 1 750,-3 2-790,-8 2 1,2 11 0,-10 6 0,-2 8-122,2 8 1,-4 11-1,1 2 1,3 0-549,2 2 1,2-7 0,0 5 0,0-2-449,0 2 0,9-5 1,3 5-1,5-4-410,1-3 0,1-7 1384,-1-5 0,9 4 0,2 1 0</inkml:trace>
  <inkml:trace contextRef="#ctx0" brushRef="#br0" timeOffset="2348">3964 930 7986,'-19'0'664,"7"0"1,0 0 47,-3 0 1,5 0-1,-3 3-415,-1 3 1,-1-2 0,1 8 0,2 3-198,-3 1 1,-1 3 0,-3-1-1,2 1-54,5 0 0,-2-1 0,5 3 0,1 2-103,0 2 1,1-1 0,7-5 9,0 0 0,9-3 0,3-4 0,5-3 129,1-1 1,1-6-1,0 6 1,1-1 69,5-1 1,-11 2 0,5-4 0,-2 4 121,-1 3 0,1-5 0,-5 6 0,-4 1-238,1-3 1,-7 7 0,2-5-316,-8 5 1,-7 1-1,-9-1 1,-3-3-575,-2-1 1,-2-9-1,5 2 1,-3-4 145,2-2 0,2 0 0,3 0 0,1-2-649,5-4 1356,-5-13 0,15-10 0,-6-8 0</inkml:trace>
  <inkml:trace contextRef="#ctx0" brushRef="#br0" timeOffset="2633">4355 0 7678,'-17'8'0,"5"5"0,-3 3 0,9 5 0,4 6 1316,6 10 0,13 11 1,10 14-1,-1 6-717,1 4 1,0 5 0,-6 1 0,0 5-613,-5 2 1,-4-3 0,1 1 0,-7-10-162,-4-7 1,-12-6 0,-7-9 0,-5-3 113,-1-3 1,0-3 0,0-11 0,-1-6-484,1-5 0,2-3 1,2-5-555,1-6 533,8-4 0,-5-10 0,9-4 0,2-5-2019,2-1 2583,-7-9 0,-1-2 0,-9-8 0</inkml:trace>
  <inkml:trace contextRef="#ctx0" brushRef="#br0" timeOffset="3100">4299 707 7678,'18'0'0,"1"0"0,0 2 275,-1 4 1,1-1-1,2 7 1,1 2 352,3 3 1,0 4-1,-6 1 1,-1 5-223,1 2 1,-3 2-1,-1 6 1,-5 1-153,-2-1 0,-1-6 0,-7 0 0,-2 2-93,-5 2 0,3-4 0,-8-2 0,-3 0-28,-1 0 0,-3-6 1,3 2-1,1-7-88,3-5 1,6 1 0,-5-6-666,3 3 0,4-7 249,10 2 1,4-4-1,9-2 204,0 0 0,1-2 0,3-2 0,2-4 1,-2-3 0,3 5 0,1-6 0,2-1 35,4 3 0,-2-7 1,4 5-1,5-7 141,-1-6 0,0 5 0,-2-7 1,3 0 42,3-4 1,-6 2 0,3 0-1,-9 2 41,-4 5 1,-11-5 0,-10 2-92,-4 2 1,-10 5-1,-6 5 1,-9 7-14,-8 4 1,-4 4 0,-2 4 0,-1 7-7,1 3 1,6 5-1,0 1 1,0 5-132,2 2 1,2-6 0,9 4-1,-1-2 6,0 0 0,9 6 1,4-5-1,4 1-490,2 0 0,8 4 1,4-6-1,7-4-885,6-7 1516,-4 3 0,14-15 0,-6 6 0</inkml:trace>
  <inkml:trace contextRef="#ctx0" brushRef="#br0" timeOffset="3899">5173 986 7678,'-6'13'-689,"-2"-3"1,-2 0 1048,-5 1 1,5-5 0,-1 6 0,1 1-45,0-3 0,4 7 1,-5-5-1,1 5-122,0 1 1,5 1 0,-1-1 0,4 1 42,2 0 0,0-1 1,0 1-233,0-1 1,6-5 0,3-3 0,1-2 66,4-3 0,3-3 1,2-2-1,-1-2-133,1-5 0,-1-3 0,1-7 0,0 3 16,-1 2 1,1-3-1,1-8 1,3-1 44,2 1 0,0 2 0,-7 0 0,1-1-7,0-3 1,-1-2-1,-1 4 1,-3-2 106,-1 3 1,-7 3 0,4 5 379,-2 1 0,-3 9-251,-12-2 0,3 12 1,-8 7-1,-3 3-75,-1 3 1,3-1 0,1 3 0,0 2-13,1 2 1,-3-1-1,6-5 1,-1 0-157,1-1 0,2 1 1,6-1-170,0 1 0,2-3 62,4-3 0,4-5 0,9-8 0,0-2-59,-1-4 1,3-4-1,2-9 1,1 0-56,-1 1 0,4-3 0,-2-2 1,0-1 174,2 1 0,-7 2 0,5 2 0,-4 1 27,-3-1 1,1 3-1,-3 1 1,-1 5 728,-3 2-466,-8 1 0,3 16 1,-14 3-1,-5 5-11,-4 1 1,3 1-1,1 2 1,-3 1-63,-1 3 0,3 0 0,3-6 0,0-1-7,-1 1 1,7 6 0,-4-1 0,2-1-305,0-2 0,-1-3-51,7 1 0,2-2 1,5-5 107,5-6 0,2-6 0,1-6 1,-3-4-53,3-1 0,8-5 0,1 3 1,-1-3-100,-2-3 1,-1-6-1,3 1 1,4 1 138,2 2 1,-6 3 0,2-1 0,-3 0 166,3 1 1,-4 5 0,4 3 0,-5 2 77,-1 4 0,-7-5 1,1 3-1,-1 4 164,-2 6 1,-1 0 0,-7 9 0,2 1-44,2 3 1,2 3 0,-4 3-1,3 2-249,-3-2 0,4-3 0,0-1 0,1 0-513,-1-1 1,4 1 0,-3-3-1,-1-1-560,0-3 1,0-8-1,-4 5 1065,3-1 0,7-6 0,-3 6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0T04:24:57.832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206 689 5758,'0'-10'600,"0"1"0,2 9-66,4 0-55,-4 0 78,6-8 208,-8 6 178,0-6 100,0 8-297,0 0-512,-8 0 1,4 0 55,-9 0-58,9 0-413,-12 0 1,12 0 171,-9 0 1,7 0 96,-6 0 0,5 0 0,-3 2 1,0 2 42,-1 2 0,5 9 1,-6-3-24,-3 5 1,5-5-1,0 2 1,-1 5-16,1 4 0,4 2 0,-5-5 0,3 3-15,4 2 0,2 6 0,2-6 0,0-1-21,0 3 0,0-6 0,2 2 1,4-7 55,7-3 0,5-9-44,7 2 1,2-4-1,4-2 1,-8-2-18,-9-4 1,3-5 0,-5-7 0,5-1-6,1 1 1,-5-1 0,-3 0 0,-2 1-30,-4-1 0,-2 1 0,-2-1 1,0 0-52,0 1 0,0-1 1,0 1-1,-2-1-86,-4 0 0,2 7 0,-8 2 0,-3-1-397,-1 1 0,-3 6 0,0-2 9,1 4 1,5 2-1,1 0 1,0 2-358,1 4 1,3-2 0,8 8 863,0 3 0,0 1 0,0 3 0</inkml:trace>
  <inkml:trace contextRef="#ctx0" brushRef="#br0" timeOffset="482">578 577 7917,'-19'0'182,"0"0"199,1 0 0,-1 0 180,1 0 0,7 9 1,5 3-217,4 5 1,2 1 0,0 1-1,0-1 46,0 1 0,2 8 0,2 4 0,5 4-122,1 2 1,-4 0 0,6 1-1,1-3 6,-3-4 0,7 2 1,-7-8-1,2-3-32,1-1 1,-1-4 0,7-5 35,-1-6 1,1-4-1,0-4-158,-1-4 1,1-11 0,0-7-1,-3-1-175,-4-2 1,5-2 0,-5-8 0,3 2-147,-3 4 1,5-4 0,-7 4 0,0-3-159,-3 3 0,1-2 0,-2 7 1,-2-1-388,-2 0 1,-2 2-1,0 6-363,0 1 0,0 5 436,0 1 1,0 10-1,0 2 113,0 10 0,7 1 1,1 1 558,2 2 0,-6 3 0,5 2 0</inkml:trace>
  <inkml:trace contextRef="#ctx0" brushRef="#br0" timeOffset="1016">987 689 6229,'0'19'1542,"8"-9"-1014,5-4 1,-3-4 0,2-2-303,3 0 1,-5 0-1,3 0 1,1-2-42,3-4 0,-5-2 0,0-7 0,3 3-41,1-3 0,-3 5 0,-1-2 0,3-3 11,1-1 0,-3-1 0,-3 3 0,-2 1 142,-4-1 1,5 3-215,-3-1 0,0 6-105,-6-7 0,-8 15 0,-3 0 0,-1 9-39,0 9 1,-1-1 0,-5 8 0,-1 0 62,0 4 1,3 4 0,1 4 0,5 3-36,2 1 1,-5 0 0,7-5 0,2-1-16,2 0 0,4-2 0,2-4 0,5-6-19,1-4 1,2-11 0,7-4 0,-1-4 37,1-2 0,0-2 0,-1-4 1,1-8 63,-1-9 1,7 0 0,0-8-1,-4 0 86,-7 2 0,3-6 1,-5 6-1,5-2-54,1 0 1,-5 6 0,-3-4 0,0 2 142,1 5-3,-7 1 0,4 13-2,-8 8 1,0 14-1,0 11 1,0 0-154,0 2 0,0-7 1,0 7-1,0-2-50,0 0 0,2 0 0,2-5 0,5 1-79,1-2 0,0 3 0,5-11 0,-3 1-348,3 0 1,1-7 0,3 1 0,-1-4-345,1-2 0,0-2 0,-1-2 0,1-5 235,-1-1 0,1-9 1,0-5-1,-1-1 534,1-2 0,8-2 0,2-8 0</inkml:trace>
  <inkml:trace contextRef="#ctx0" brushRef="#br0" timeOffset="1233">1992 1 7842,'-9'18'301,"-3"1"0,-4 1-168,-3 5 0,2 4 0,5 10 0,4 5 645,-1 6 0,7 5 0,-4 5 0,4 4-342,2 3 1,0 1 0,0 4 0,0-4-576,0-6 0,2-10 0,2-4 0,2-3-164,-1-4 1,5-10-651,2-6 1,5-12 0,2-9-85,-1-8 1,-5-7 1036,-1-7 0,0-9 0,7-2 0</inkml:trace>
  <inkml:trace contextRef="#ctx0" brushRef="#br0" timeOffset="1667">2178 652 7840,'0'18'92,"0"1"213,0 0 0,0-7 1,0 0 353,0 3 0,-2-7-385,-4-2 0,3-2 0,-5 1 16,0 1 1,6 2 0,-6-4-86,-1 2 1,5 3-1,-6-3-197,2 6 0,-5-1 0,5 1-104,-2 2 1,5-3-132,-1 1 1,4-6-1,4 5 58,4-3 0,5-4 0,9-10-14,5-6 1,-4-5 0,4-2 0,-5 1 88,-1-1 1,-7 1 0,1-1 0,1 2 349,3 5 1,-5-4-1,-1 3 1284,-3-3-1162,6 5 0,-10 5 0,7 12-343,-3 7 0,-2 3 0,-6 3 0,0-1-158,0 1 1,6 0-1,1-1 1,-1-1-1101,2-5 0,-4 3-150,9-9 1,-1 0 1372,7-6 0,-1 0 0,1 0 0</inkml:trace>
  <inkml:trace contextRef="#ctx0" brushRef="#br0" timeOffset="1900">2643 689 7821,'-10'19'170,"-7"-1"0,7 1 0,-1-1 237,5 1 0,4 0 1,2-1-1,0 1-234,0-1 0,0 1 0,2 0-241,4-1 0,-1-1 1,5-3-1,0-3-397,1-3 0,-5-2-191,6-6 1,1-2 655,5-4 0,-8-5 0,-1-7 0</inkml:trace>
  <inkml:trace contextRef="#ctx0" brushRef="#br0" timeOffset="2300">2829 708 7768,'-2'29'108,"-4"-5"1,-3-1 0,-3 0 0,4 2 470,0-3 0,5-1 0,-3-2 1,4-1-343,2 1 1,2-3 0,2-1 9,3-3 1,7-8-474,-2 3 0,5-14 1,2-5 146,-1-5 0,-5-1 0,-1-1 0,0 1-97,-1-1 1,5-6-1,-5 0 1,1 3 20,0 1 0,-1 2 0,3 1 1,-3-1 187,-3 1 0,0 5 1,-4 1 1099,2-3-991,9 7 0,-13 2 0,4 14 0,-2 9 269,3 5 1,-5 9 0,6-4 0,-2 2-298,0 4 1,9 0 0,-3 0 0,5-2-196,1 3 1,-5-8 0,-3-1-1734,-2-4 820,7-3 1,-7-9 0,4-9-29,-5-11 1,-14-5 1021,-5-3 0,-4-8 0,-3-2 0</inkml:trace>
  <inkml:trace contextRef="#ctx0" brushRef="#br0" timeOffset="2431">2587 354 7768,'-39'-12'215,"-3"1"0,-1 3 2717,2 4-2853,10 2 0,14 2 0,17 0 0,11 0-510,5 0 1,9 0 0,2 0 430,2 0 0,10-8 0,9-3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0T04:25:06.014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201 0 7189,'13'0'-1193,"-1"0"1192,-8 0 0,7 0 732,-5 0-553,-4 0 1,-8 0 213,-13 0 1,-4 0-1,5 0 1,-1 0 183,1 0 0,5 0 0,1 3 1,-3 1-134,-1 2 0,-3 0 0,3-4 1,1 2 401,3 2 1,8 3-1,-5-3-468,1 6 0,6-1 1,-2-1-1,8 0-201,8 1 1,7-5 0,4 4 0,6-2-458,6-3 0,0 3 0,15-2 0,1-2-1381,3-2 0,2-10 0,2-4 1662,4-5 0,4-2 0,8 1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0T04:25:06.563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54 56 7705,'-18'10'747,"5"1"554,1-5 0,8 4-987,-2 9 0,6-7 0,6-2 0,6 1 244,5-1 0,8-6 1,2 5-1,2-3-3,4 0 1,2 0 0,2-6 0,2 0-612,5 0 0,3-8 1,9-5-1,-2-3-793,-5-3 0,5 1 0,-4-1 0,3 1 849,3-1 0,-8-8 0,-3-2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0T04:25:11.698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280 522 7706,'2'-17'76,"2"3"1,2 1 511,-2-1 0,-2 4 1,0-3 72,4-1 1,-3 3 391,3-1-740,-4 0 1,-4 1 0,-4 7-118,-7 8 1,-3 5-1,-3 7 1,0 1-124,1 3 1,-1 3-1,1-4 1,1-1-28,5 1 1,-5-1 0,7 3-1,-3 0-121,1-3 1,8 5-1,-2-10 1,4 3 65,2 3 1,0-1 0,2 1 127,4 0 1,4-7-1,9-2 1,1-1 38,5-5 1,-4 4-1,4-2 1,-5 0-94,-1 3 1,0-7 0,-1 6-5,1 0 0,-9 3 0,-4 7-168,-4 1 0,-6-1 0,-6 1 0,-11 0-172,-6-1 0,3 3 1,-7 2-1,0 1-325,2-1 0,-4-4 1,8-5-1,2-1-981,2 1 1,3-6-82,-1-1 1666,9-5 0,1-19 0,9-4 0</inkml:trace>
  <inkml:trace contextRef="#ctx0" brushRef="#br0" timeOffset="482">745 522 7126,'0'-13'1033,"0"1"0,0 6 858,0-7-1481,0 1 0,-6 0 0,-3 1-204,-1 3 0,4 2 0,-7 8 0,-1 4-54,-3 6 0,-1 5 0,-1 4 0,-2 1-48,-3 3 1,3 8-1,-4-4 1,7 2-188,5 0 0,-1-2 1,7 4-1,3-4-113,2-2 1,2-2-1,2-9 22,4-3 1,5-5-1,10-8 1,1-2 45,3-4 0,2-4 0,-4-11 1,1-2 153,-1-2 0,4 1 1,-4 3-1,-5-2 113,-3-2 1,-3 0 0,5 7 856,-5-1-739,-3 9 0,-16 4 0,-1 12 1,-2 8-123,-5 9 1,5 0-1,-2 6 0,-1 0-184,3 0 1,-1-4 0,7 3 0,-2-1-861,2-4 0,2 4 0,2-2-124,0-3 0,8-7 1,5-5-1,3-1 1033,3-5 0,-1-10 0,1-5 0</inkml:trace>
  <inkml:trace contextRef="#ctx0" brushRef="#br0" timeOffset="1682">1080 559 7516,'12'0'1965,"0"0"-1045,-7 0 1,3 2-496,-8 4 0,-6 5 0,-1 7 0,1 1-144,-2-1 0,4 3 1,-7 2-1,1 2-179,0-3 0,6 5 0,-5-2 0,3-2-414,0-2 0,0-3-921,6 1 919,0-1 0,6-16 1,2-8-1,3-8-80,3-5 1,3 1 0,1-3 0,1-2 217,-1-2 1,1 1-1,-2 5 1,-3 0 203,-2 1 1,-5 1 0,3 3 305,-2 1-81,-2 9 1,-6-2 0,0 12-52,0 7 0,-2 3 0,-2 3 0,-2-1-111,2 1 1,-4 0-1,1-1-83,3 1 0,2-1 0,2 1-360,0 0 1,0-1 13,0 1 0,2-9 0,5-4-21,5-4 1,4-2 0,3-2 206,0-4 0,-1 2 0,1-8 0,-1-3 140,1-1 0,-6 3 0,-1 1 0,2-3 157,3-1 0,2-3 192,-1 1 0,-5 1 91,-1 5 1,-8 5-1,2 14 32,-4 5 0,-4 13 1,-2 6-1,-4 4-52,-2 2 0,3 2 0,-5 3 0,0 3-273,1 3 0,-3-1 0,5 3 0,1-7-315,0-3 1,-4-5-142,5-4 162,1-13 1,8-20-1,4-14 1,5-9 77,-1-4 1,7-2 0,-7-6 0,2 0 67,1-1 0,-1 1 0,5-2 0,-3-2-67,-1-3 0,-1-5 1,7 3-1,-1 1 53,1-1 1,-1 3-1,-1 5 1,-3 3 83,-1 4 0,-7 11 524,6 7 0,-1 11 0,1 2-325,-6 11 0,-2 7 0,1 5 1,1 4-104,-2 2 0,-2 0 0,-2 4 0,0-2-153,0 2 0,-6-4 1,-2 2-1,-1 0-112,1-2 0,-6 4 1,3-8-1,-1-3-536,-1-1 0,7-2 0,-6-1-3736,-3 1 4384,7-9 0,0-10 0,8-10 0</inkml:trace>
  <inkml:trace contextRef="#ctx0" brushRef="#br0" timeOffset="1914">1935 1 7651,'-18'25'468,"-1"-1"0,7 12 1,2 1-1,1 10 328,5 7 1,2 4-1,2 4 1,0 6-755,0 5 1,0 1 0,0-2-1,0-3-392,0-7 1,0-13 0,2-5-343,4-5 0,-2-12 39,9-9 0,-3-9 1,5-15-1,-3-7 653,3-3 0,-7-11 0,0-2 0</inkml:trace>
  <inkml:trace contextRef="#ctx0" brushRef="#br0" timeOffset="2182">2066 652 7651,'-6'12'810,"-1"1"1,1-7-529,6 6 0,2-1 0,4 1-24,7-6 1,-3-3-1,3-3 88,1 0 0,3 0-91,1 0 1,-5-7 0,-3-1 340,-2-2-441,-2 6 0,-8-5 0,-4 11-112,-6 5 0,1 1 1,-1 6-1,-3 1-68,-1 5 0,4-1 0,1 6 0,3-4-878,4-3 0,2 7 1,2 0-623,0-3 1,14-3 1524,5-6 0,20-5 0,0-8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0T04:25:19.913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186 213 7654,'0'-19'436,"0"7"772,0 0 1,-2 5-480,-4-5 1,2 8-1,-8-2-454,-3 4 1,-1 2 0,-1 2-1,3 4-2,1 6 0,1 5 0,-7 1 1,3 3-212,3 4 1,-1-4-1,8 3 1,1-3-81,3-2 1,2-1 0,0 1-305,0-1 1,9-7-1,3-5 167,5-4 1,1-2 0,1-2 0,-1-2-85,1-2 0,0-11 0,-1 1 0,1-7 182,-1 0 0,-5 2 0,-1 3 0,1-1 41,-3 1 1,4-7-1,-5 0 1,-1 2 33,0 3 0,0 7 0,-3 1 7,1-3 40,0 7 1,-6 2 0,0 12 64,0 6 0,0 5 1,0 4-1,0 1 21,0 3 0,0 2 1,0-4-1,0 2-162,0-3 1,-2-1 0,-2-2-1,-2-1-220,1 1 1,3-1 0,2 1-418,0 0 159,0-9 1,9-2-1,3-8 1,5-2 217,1-4 1,1-6-1,-1-11 1,3-4 203,4-2 0,-2 4 0,6-6 0,0-2 55,0-2 1,-5 0-1,5 2 1,-2 2 36,-4-2 0,-2 6 1,-3 4-1,-1 7 588,-5 3 1,-4 11-241,-8 2 1,0 8-1,0 13 1,0 2-101,0 2 0,-6 8 1,0-4-1,2 2-195,2 0 1,2-7 0,0 5 0,0-2-657,0-4 0,0-2 1,2-5-1,2-1-774,2-3 1,9-8 1351,-3 2 0,5-4 0,1-2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0T04:25:16.830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168 633 7737,'10'9'-835,"0"-7"569,-3 4 0,3-4 305,9-2 0,-9-2 0,-2-2 0,-2-4 209,1-3 0,-1 5 1,-6-6-1,2-3 123,4-1 0,-4 3 0,4 1 0,-4-3 28,-2-1 1,0 3-1,-2 3 1,-4 2-107,-6 4 0,1-5 0,-1 3 0,-3 2-63,-1 2 0,-9 10 0,0 5 1,3 3-16,1 3 1,2 6 0,1 1 0,-1 1-53,0 0 0,7 6 0,2-4 0,1 2 12,5 0 0,2-8 1,4 2-1,5-4-232,5-3 0,4-1 1,3-5-1,2-6-153,4-4 1,-3-4-1,7-4 1,-2-6 56,-4-5 0,-2-1 1,-3-1-1,1 0-56,-1 1 0,-5-1 1,-3 0-1,-2 1-186,-4-1 0,-1 7 0,-3-1-482,0-1 1,-9 4-1253,-3-3 2129,-5 9 0,-1-12 0,-1 5 0</inkml:trace>
  <inkml:trace contextRef="#ctx0" brushRef="#br0" timeOffset="917">558 354 7722,'-18'0'0,"5"0"0,3 2 460,2 5 0,2 3 0,6 9 0,0-1 301,0 1 0,0-1 1,0 1-1,0 2-202,0 3 1,6-1-1,0 6 1,0-2-166,2-4 0,-5 6 0,3 0 0,-4 2-202,-2 0 0,6-7 0,0 5 0,-2-2-1,-2-4 0,-2-2 1,0-3 199,0 1 1,2 0-456,5-1 0,-5-5-648,4-1 141,-4-8 522,6 4 0,1-10 0,5-2 0,-2-4 47,3-2 0,1-3 1,3-3-1,-2 1-1,-5 3 1,7-1-1,-3-5 1,5-1 22,-5 1 0,3 1 0,-7 2 0,5 3-18,2-2 1,-3-3 0,-1 1 0,-3 1-21,2 3 1,-3-1 0,-1-5 0,-2-1 4,-4 0 1,5 7-1,-3 0 6,-2-3 0,-2-1-355,-2-3 121,0 0 1,-8 9-33,-5 4 0,5 6 0,0 4 109,0 2 1,6 2 0,-7-1 51,1 5 0,6-2-85,-4 3 0,4-7-31,2 6 173,0-7 1,2 3 0,2-10-35,2-4 1,7 1 0,-5-7 0,0-2 71,0-3 0,5 5 1,-5-1-1,0-1-33,1-3 0,-1-1 1,-4-1 139,2 0 0,0 1 0,-4 1 180,5 5-270,-5-5 1,4 17 24,-12 0 0,4 9 1,-5 9-1,5 1 35,2-1 1,0 1 0,0 0 0,0-1-76,0 1 0,2-1 1,3 1-1,3 0-77,2-1 0,3-1 0,5-3 0,1-3-20,-1-3 0,1-2 0,2-6 0,1 0 72,3 0 0,6-2 0,-6-4 0,0-7 44,2-3 0,-7 3 1,5 1-1,-4-2 170,-3-3 0,-5 5 0,-1 1 644,3 3 1,-5 2-559,2 6 0,-5 8 0,3 4 0,-2 5-284,-4 2 1,5 5 0,-1 1-1,0-2-472,1-2 0,3-3 0,-6 1 1,0-1-505,3 1 1,-5-7 0,8-1-52,3-3 1,1-4-1,3-10 1051,-1-6 0,1-5 0,0-2 0</inkml:trace>
  <inkml:trace contextRef="#ctx0" brushRef="#br0" timeOffset="1132">1805 1 7700,'-8'12'0,"-5"1"282,-3 1 1,3 3 0,3 3 0,0 5 362,-1 6 0,7 0 0,-2 4 0,4 7-284,2 3 0,0-1 1,0 3-1,0 1-186,0-1 0,0 1 1,0 3-1,0-3-559,0-3 0,6-3 0,2-9 0,1-4-1148,-1-2 1,6-9 1531,-1-5 0,3-9 0,3 4 0</inkml:trace>
  <inkml:trace contextRef="#ctx0" brushRef="#br0" timeOffset="1583">2233 485 7700,'-19'0'239,"1"-2"1,-1-3 288,1-1 1,-1 0 0,0 6 0,1 0-194,-1 0 1,7 0 0,-1 2-1,1 4-230,2 7 1,-7-3 0,7 2 0,-1 3-92,5 1 1,-2-3 0,2-1 0,2 3-90,1 1 0,3-3 0,0-1 25,0 3 0,9 1 0,3 1 1,5-5-29,1-6 0,1-2 0,0 0 1,-1 3-115,1-3 0,6-2 1,-1-2-1,-1-2 154,-2-4 1,-3 1 0,1-5 0,0 0 165,-1-1 1,-5 5 0,-1-4 338,2 2 1,-5-1 468,-3 3 1,-4 6-644,-2 0 0,0 8 0,0 11 0,0 0-244,0-1 1,0 1 0,0-1 0,0 1-510,0 0 1,2-1 0,2 1-672,2 0 1,9-9 0,-3-4 196,5-4 0,1-4 1,1-2 933,0-2 0,7-17 0,3 2 0</inkml:trace>
  <inkml:trace contextRef="#ctx0" brushRef="#br0" timeOffset="2017">2698 447 7700,'-8'13'117,"-5"-1"0,-1-6 1,-1 7-1,5 1 327,2 3 1,-5 1 0,7 3-1,2 2-6,2 2 1,2 6 0,0-7 0,0-1-411,0-2 0,6-3 0,3 1 0,-1 0-244,0-1 1,0-7 0,-1-5-83,5-4 0,-2-2 0,3 0-91,1 0 1,1-8 0,-1-5-1,-1-1-16,1 1 0,-4-3 0,3 3 0,-1-3 269,-2-3 0,5 1 0,-7-1 0,0 0 263,1 1 0,-1-1 0,-4 1 256,2-1 0,7 7 404,-7-1 0,0 11-340,-6 2 1,0 4 0,0 13 0,0 3-177,0 1 0,0 2 1,0 0-1,0 1-155,0-1 1,0 4 0,2-2 0,2-2-119,3-3 1,1-1-1,-2 0-431,6-1 0,-1-8 0,1-3-356,3-5 0,-5-2 0,2-2-645,3-5 1434,-7 5 0,9-14 0,-7 6 0</inkml:trace>
  <inkml:trace contextRef="#ctx0" brushRef="#br0" timeOffset="2215">2586 75 7735,'-66'0'625,"4"0"1,9 0 0,7 0 427,9 0 1,20 2 0,7 2 0,12 3-1041,10-3 0,7 0 0,4 0 1,4 2-1116,2-2 1,0-2 0,4-2 1101,-2 0 0,8 9 0,8 1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0T04:25:14.764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296 595 7607,'17'-8'-664,"-3"-2"1,-1-3 920,1 1 0,-4 6 0,3-7 68,1-1 1,3-3 0,2-1 147,-1-1 1,-5 7-1,-3-1 244,-2-1 1,-2 4-435,-6-3 0,-2 9 0,-4-2 0,-6 6-4,-5 6 0,-8 4 0,0 9 0,1 2-117,-3 3 1,4-1-1,-6 6 1,0 0-117,0 0 0,7-4 0,-3 4 0,6 0-5,7 0 1,-3-5-1,9 5 1,2-2-182,2-4 0,4-4 0,4-5 0,6-4 4,5-1 0,10-3 0,2-6 0,2 0 187,0 0 0,-6 0 0,4 0 0,-3 0-8,-3 0 0,-2 0 0,-2 0 60,-1 0 0,-8 2 0,-5 2-143,-10 2 0,-5 9 0,-11-3 1,-1 5-237,-3 1 0,-8 1 1,0 0-1,-7-1-136,-3 1 0,2-1 1,8 1-1,2-3-296,-2-3 0,6-5 0,2-8-141,4 0 0,11-2 849,4-4 0,12-13 0,4-10 0</inkml:trace>
  <inkml:trace contextRef="#ctx0" brushRef="#br0" timeOffset="251">892 0 7620,'-13'6'120,"3"2"0,0 3 616,-1 3 1,7 9-1,-2 4 1,2 4-226,-2 8 0,4 7 0,-7 10 0,3 1-262,0 5 1,-9 5 0,5 7 0,-2-2-164,-1-3 1,1 1 0,-5-8 0,3-2-308,1-2 1,7-13 0,-4-8-1,2-10-823,3-6 1,5-11 267,7-4 0,-3-6 0,8-6 776,3-6 0,9-13 0,5-4 0</inkml:trace>
  <inkml:trace contextRef="#ctx0" brushRef="#br0" timeOffset="600">1041 614 7620,'-25'8'0,"0"5"63,2 3 1,5-3-1,3-1 1,3 3 526,-3 1 1,5 5 0,0 1-1,1 5-206,5 2 1,2-6 0,2 2 0,0-2-119,0 1 1,8-3-1,5 2-118,3-9 1,3-5 0,-1-9-1,3 0-4,4 0 1,-4-9 0,3-3 0,-1-5-122,2-1 0,-4-7 0,3-2 0,-5 0-125,-7 0 0,3 0 1,-7 5-1,0-3-77,1 2 0,-3-4 0,-6 2 1,0 3-150,0 1 1,-6 2 0,-3 3-1,-1 1-173,-4 3 1,-3 8 0,-4-2 0,-1 4 113,-3 2 0,0 2 0,7 2 387,-1 2 0,0 17 0,1-3 0</inkml:trace>
  <inkml:trace contextRef="#ctx0" brushRef="#br0" timeOffset="1267">1357 707 7873,'-13'6'1978,"3"3"-1544,2 1 0,-5 4 0,7 11 0,2 4-172,2 0 1,2 8-1,-2-2 1,-2 9-97,-2 3 0,-1-5 0,5 1 0,-2-4-118,-2-1 0,-2-3 0,4-4 0,-3-6 115,3-5-425,2-9 0,2-5 1,0-12-98,0-7 1,6-3 0,3-5 0,-1-2 107,0-2 1,7-8 0,-3 4 0,5-2-6,1 0 1,-5 0 0,-1-6 0,2 0 15,3 0 0,4 0 1,1-1-1,3 3 166,-2 4 0,-2-2 0,-3 8 1,1 5 357,-1 5 0,-5 1-47,-1 7 1,-8 9-1,3 11 1,-5 3 43,-2 3 0,-9 6 0,-1 0 0,-2-1 53,-1 3 1,3-6 0,-5 4-1,5-4 52,2-3 0,-5 1 0,5-1-277,-2 1 1,6 0-119,-2-1 0,6-8-110,6-3 0,4-11 1,9-5-1,-1-3-19,1-9 0,6 3 0,-1-7 0,1 2 90,2-2 0,-6 5 0,4-7 0,-5 2 51,-1 0 1,0-6 0,-1 6 0,-1 3 33,-5 1 1,3 2-1,-9 1 1,-2-1 274,-2 0 1,-2 7 0,-2 2 65,-4 1 1,2 5 0,-9 13-1,-1 7-55,-3 7 1,-1 10 0,-1-2 0,0 4-166,1 2 1,5 0 0,3 1 0,2-1-383,4 0 0,4 0 0,6-2 0,6-4-497,5-6 1,12-6 0,8-7-1,10-6-682,7-3 1,10-12 1402,4-3 0,5-21 0,1-6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0T04:25:25.628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465 683 7677,'-18'0'762,"5"0"-93,1 0 0,6 10 0,-5 9 0,3 10 177,4 6 1,2 10-1,4 5 1,2 6-504,2 6 1,9 4-1,-3 6 1,5-1-328,1-3 1,-5-6 0,-3 2 0,-2-6-307,-3-11 1,-3-7-1,-2-9-251,0-6 1,-2-13 251,-5-6 0,3-10 0,-6-4 1,0-3-54,-1-3 0,-1-3 0,-7 1 0,1 1 52,-1 3 0,0 0 0,-1-7 0,-3 0 174,-2 1 1,-2 5-1,5 1 1,-5 0 95,-2 1 0,4-3 0,-4 8 0,2 1 83,4 3 1,3 2 0,1 0 0,0 2 150,1 5 1,8 3-1,3 9 1,5-1-84,2 1 1,0-1 0,2 1 0,7 0-302,9-1 0,3 1 0,10-1 0,2-1-249,2-5 0,9 3 0,1-9 0,3-2 419,3-2 0,3-2 0,2 0 0</inkml:trace>
  <inkml:trace contextRef="#ctx0" brushRef="#br0" timeOffset="183">838 1278 7619,'-19'9'0,"0"-5"0,1 6 0,-1 0 144,0 1 0,9-5 0,2 4 0,2 1 844,-1-1 1,1 2 0,6 7 0,0 0-862,0-1 0,6-5 1,3-1-1,1 2-700,5 3 0,-5-5 0,2-1 0,3-3-1595,1-4 2168,3-2 0,0 6 0,-1 3 0</inkml:trace>
  <inkml:trace contextRef="#ctx0" brushRef="#br0" timeOffset="485">1210 1185 7572,'-25'19'320,"0"-1"0,0 7 0,7 0 0,1 0 341,5 2 0,3-7 1,9 7-1,0-2-241,0 0 1,9 0 0,1-5-1,2 3-115,1 2 0,-1 0 1,5-7-1,-3 1-109,-1 0 0,-3-1 0,2 1 1,-5-1-15,-5 1 1,-2-7-1,0 1-359,0 1 0,-2-3 1,-5-1-1,-5 0-249,-5 1 0,-1-7 0,-3 2 0,-2-4-101,-1-2 1,-3 0 0,4 0-1,-2 0-492,2 0 0,3-8 1,3-5 1018,5-3 0,-5-11 0,7-2 0</inkml:trace>
  <inkml:trace contextRef="#ctx0" brushRef="#br0" timeOffset="733">1600 571 7661,'-8'31'0,"-2"2"851,-1 7 1,3 5 0,8 13 0,0 4 183,0 6 1,0 7 0,0 3 0,0 5-825,0 2 1,0-7 0,0 3 0,0-9-520,0-10 1,0-2 0,0-18-1,-2-7-333,-4-8 1,2-9-746,-9-5 0,9-7 279,-2-12 1,4-5 0,0-7 1106,-4-1 0,-5-8 0,-7-2 0</inkml:trace>
  <inkml:trace contextRef="#ctx0" brushRef="#br0" timeOffset="1151">1135 1204 7848,'-18'0'1636,"7"2"-1253,5 4 1,8-4-1,8 6 1,11-1-72,6-1 0,6 6 0,8-3 0,3-1 96,-3 0 0,1 5 0,-1-5 0,4 2 56,3 5 1,-7-5-1,3 2 1,-5 3-163,-2 1 1,-6 3-1,-2 0 1,-4-1-100,-9 1 1,1-7 0,-11 1 0,-2 1 14,-2 3 0,-2-5-294,0 0 0,0-5 0,-2 3-152,-4-2 142,4-2 1,-8-6-47,4 0 0,3-2 1,-1-4-1,6-6-74,5-5 1,5-3-1,-4-5 1,3-6-165,3-4 0,1 4 0,-1 2 0,-2 0 150,3 0 1,1 6-1,1-2 1,-3 4 99,-1 3 0,-1 5 0,7 3 0,-1 2-242,1 4 0,-7 2 0,1 2 0,1 2-333,3 4 0,2-2 0,-1 6 0,1 1-211,-1-1 0,1-4 906,0 7 0,-1-1 0,1 7 0</inkml:trace>
  <inkml:trace contextRef="#ctx0" brushRef="#br0" timeOffset="1366">2345 1278 7650,'-19'0'924,"0"2"0,1 3-783,-1 1 1,1 2-1,1-2 1,3 7 986,1 3 0,9 3 0,-4 1 1,2 5-547,-1 6 0,1-2 0,8 2 0,2 4-711,3 7 0,7-9 0,-4 2 1,3-6-277,-1-6 0,1 3 1,5-3-1,1-4-277,-1-5 1,1-10 0,0 1 0,-1-8-502,1-3 0,-1-10 0,1-1 1183,0-6 0,-1-10 0,1 4 0</inkml:trace>
  <inkml:trace contextRef="#ctx0" brushRef="#br0" timeOffset="1767">2735 683 7624,'-18'21'165,"-1"1"1,3 3 310,3-2 0,-1 6 1,7 4-1,3 6 346,2 5 0,2 5 0,2-3 0,2 1-288,3 5 0,7-5 0,-1 3 0,3 0-206,3-3 0,-1-7 0,-1-9 1,-3 0 115,-1-3 1,-3-1 92,2-8-661,-3-9 0,-9-3-137,0-14 1,6-3 289,0-9 478,0 1 0,-6 5-44,0 1 0,0 10 0,0 2-199,0 10 0,0 1 0,-2 1 0,-2 2-110,-2 3 1,0 2-1,6 1-405,0 5 1,0-10 0,0 3 0,0-1-1481,0-1 0,0 3 14,0-1 1,2-1 0,4-5 1716,6-5 0,5-5 0,2-2 0</inkml:trace>
  <inkml:trace contextRef="#ctx0" brushRef="#br0" timeOffset="2234">3163 1390 7604,'-25'8'0,"1"5"1069,1 3 0,2 5 0,5 2 0,3 1-296,7-1 1,6 4 0,6-2 0,7 0-549,3 1 0,3-5 1,-1 4-1,1-6-105,0-7 1,5-4 0,3-8 0,0 0-47,0 0 0,4-10 1,-4-7-1,2-5-108,4-1 0,0-4 0,0 0 0,-4-2-182,-2-4 0,0-2 0,-6 0 0,-1 2-255,-3 2 0,-9 0 1,2-6-1,-1-3-248,-5-3 0,4-5 1,-2-8-1,-2 1 287,-2-1 0,-8-10 0,0-7 1,2-7-140,2-5 0,2 0 0,0-4 0,0 5 331,0 1 0,6 4 0,2 13 1,3 8 379,3 7 0,3 17 0,1 1 230,1 4 1,-7 17-1,-1 2 161,-3 12 0,-2 10 0,-8 13 1,-2 6 337,-2 4 1,-3 11 0,5 5 0,-4 9-188,-2 8 1,5 7 0,-3 6-1,2 5-322,0 5 0,-7 4 0,7 3 0,3-48 0,0 1-490,-1 1 1,0-1 0,0 46 0,-7 3 0,1-7 207,0-7 1,5-13-1,-3-19 1,2-15-162,0-12 0,0-17-2404,6-10 1,0-8 2486,0-11 0,-9-8 0,-1-2 0</inkml:trace>
  <inkml:trace contextRef="#ctx0" brushRef="#br0" timeOffset="2833">3238 999 8014,'-7'13'1590,"1"-1"1,0-6-863,6 7 0,2-1 0,4 5-532,7-5 1,5 5-1,5-7 1,4 0-28,2-4 1,2 3 0,8-3 0,3 0 73,1 2 0,7-6 0,-7 5 0,0-5 66,3-2 1,-7 6 0,5 2-1,-5 0-40,-2 1 1,-8 3 0,-4-4 0,-5 1-49,-1-1 0,0 6-103,-1-1 1,-7 3 0,-3 1 59,0-5 0,-6 5 1,4-5-15,-3 5 0,-3 1 1,0 1-138,0 0 0,0-7 0,0 0-731,0 3 286,0-7 0,8 0 1,4-8 101,5 0 1,1-8-1,1-4 1,0-5-25,-1-1 1,1-1-1,-1 0 1,1 3 168,0 3 1,-1-3-1,1 6 1,-3-3 191,-3 1 1,3 6 0,-3-5 30,3 3 0,-3 2 167,-1 6 1,-2 8-1,5 4 147,-3 5 1,-8 4 0,5 1 0,-3 3-200,0-2 1,6 0-1,-3-1 1,-1 3-223,0-2 1,7-2 0,-3-5 0,3-1-25,-3-3 1,5-6 0,-5 5 0,4-3-110,3-4 0,0-2 1,-1-2-1,1 0-8,0 0 1,-1 6 0,1 0-417,-1-1 0,-5-3-1917,-1-2 1053,-8 0 1,5 2 1475,-9 4 0,-9 4 0,-1 9 0</inkml:trace>
  <inkml:trace contextRef="#ctx0" brushRef="#br0" timeOffset="3151">912 906 8392,'-70'0'1051,"8"0"1,26 0-1,34 0 1,21-2-1170,16-4 1,17 4 0,4-6-1,8-1-1357,2-3 1475,-2-5 0,0-1 0,2-1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0T04:25:23.396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298 689 7623,'-35'-6'102,"2"0"1,4 2 250,2 1 1,-4 6 0,6 3 0,2 6 269,3 5 1,3 1-1,3 1 1,3 0-440,3-1 0,-4 7 0,6 0 0,1-3-78,3-1 1,4-2 0,3-1-1,3 1-73,2 0 1,5-7 0,7-2 0,5-1 76,2-5 0,2 0 0,4 0 0,-2 4-8,-2 3 0,-6-5 0,4 6 0,-2 3-6,-4 1 0,-3 5 1,-3 2-122,-5 1 0,-3 1 1,-13-4-1,-7 2-187,-7 1 0,-11 3 0,2-4 0,-2 2-214,-4-2 0,-2-3 0,-1-3 1,3-3-198,2-1 1,2-9-1,-2 2 40,7-4 0,11-4 1,7-4-1,4-9 583,2-7 0,8-7 0,3-9 0</inkml:trace>
  <inkml:trace contextRef="#ctx0" brushRef="#br0" timeOffset="867">800 782 7623,'-2'-10'346,"-4"2"381,-6-1 1,-5 7-397,-1-4 0,-1 4 1,0 4-16,1 4 1,5-2-1,1 9 1,-3 1-22,-1 3 0,-3 8 1,1-1-1,1-1-164,5-2 1,-3-3-1,7 3-108,-2 4 1,6-4 0,-3 3-328,5-3 1,11-11 0,3-3 0,7-5-5,5-2 1,-1-2-1,6-5 1,0-7 110,0-9 0,-4 2 1,4-5-1,0 1 144,0 0 1,-7 0 0,3 7 0,-4-1 59,-3 0 0,1-3 1,-2 1-1,-3 6 273,-2 5-229,-7-4 1,3 22 0,-10 2 263,-4 11 0,1 6 1,-5-4-1,0 1-73,-1-1 0,7 4 0,-2 0 1,4 0-281,2 0 0,0-3 0,0-5 0,0 0-256,0-1 1,0 1 8,0-1 1,2-7-1,4-5 75,7-4 1,-3-4 0,2-2 0,1-4-55,-3-3 0,7-1 0,-5-7 0,5 3 10,1 3 1,1-3 0,-1 3 0,1-3 75,0-3 1,-1 1 0,1-1 162,0 0 0,-3 7 0,-1 2 607,-3 1-39,0-5 0,5 14-249,-5 0 0,-3 8 0,-12 13 0,-3 2-41,-6 1 1,2 9 0,-3-2-1,-1 5-19,-3 1 0,5 6 0,-1 3 0,-3 1-111,-7 5 1,2 2-1,-3 2 1,3-1-117,2 1 0,7-8 0,2-5 0,-1-6-94,1-6 0,8-6-36,2-12 0,2-5 0,10-10 1,3-4-51,1-7 0,3-12 0,-1-4 1,1-2 120,0 0 0,1 0 0,3-6 1,2-2 25,-2-5 1,4-1-1,-3-7 1,1 3-1,2-3 1,-6-2 0,4-2-1,-5 1 76,-1-1 0,-3 2 0,-1 4 0,-5 9 442,-2 8 1,5 6-218,-7 9 1,0 9 0,-6 9 0,0 11-129,0 5 1,0 9 0,-2 2 0,-4 2-183,-6 4 0,1-4 1,-1 0-1,-1 0-386,3 0 0,-6-7 1,5 5-1,-1-4-584,-1-4 1,9 3 994,-2-9 0,4-13 0,2-2 0</inkml:trace>
  <inkml:trace contextRef="#ctx0" brushRef="#br0" timeOffset="1082">1954 1 8069,'-35'39'0,"4"4"825,6 7 1,6 6 0,5 8 0,4 8-302,1 7 0,-3 8 1,6-5-1,2 1-824,2 0 0,2-5 0,0-10 0,0-8-500,0-8 1,0-15 0,2-12 344,4-4 1,4-5 0,9-5-1263,-1-11 1717,1-9 0,0-17 0,-1-3 0</inkml:trace>
  <inkml:trace contextRef="#ctx0" brushRef="#br0" timeOffset="1282">2084 801 7667,'-18'18'378,"5"1"0,1 2 0,-1 3 147,3 7 0,2 5 0,8-1 0,0-2-342,0-2 1,0-2 0,0 4 0,0-4-590,0-2 1,8-5 175,4-9 0,-1-5 0,1-8 0,3-2-428,1-4 0,-3-5 1,-1-7 657,2-1 0,11-8 0,4-2 0</inkml:trace>
  <inkml:trace contextRef="#ctx0" brushRef="#br0" timeOffset="1548">2419 894 7646,'-8'18'0,"-2"3"0,-1 4 409,5 6 0,4 4 1,2 2-1,0 2-193,0 5 0,2-3 1,2 11-1,4 4 9,3 4 0,-7-4 0,2-7 0,-4 3 609,-2 2 0,0-1 1,0-3-1,-2-7-230,-4-3 0,2-11 0,-9-3-804,-1 1-2213,-3-6 1535,-1-2 1,7-19 0,3-13 0,2-5-398,0-7 0,-1-4 1275,7-8 0,-8-1 0,-2 1 0</inkml:trace>
  <inkml:trace contextRef="#ctx0" brushRef="#br0" timeOffset="1681">2159 577 8631,'-29'-12'0,"2"2"2724,0 1-2589,15 3 0,-3 8 0,21 2-1159,7 3 0,9-1 1,5-4 1023,2 4 0,2-4 0,6 6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0T04:25:21.263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261 652 8994,'0'-10'2074,"0"1"-1518,0 9 1726,0 0-2112,-8 0 0,4 0-60,-8 0 1,5 0 0,-5 2-1,-3 3-45,-1 1 1,1 8-1,-1-1 1,-5 3-117,1 3 1,-1-7 0,2 1 0,1 1-128,-1 3 1,7 1-1,1 1 1,3-1-187,4 1 1,2-7 0,4 1 256,4 1 0,4-5 1,9-1-1,0-2 234,-1 0 0,1 2 0,-1-3 0,1 3 15,0 2 0,-1-6 1,-1 5-1,-3-3-531,-1 0 0,-9 8-107,2-1 1,-4-3-1,-4 3-582,-4 1 0,2-6 0,-9-1 1078,-1-5 0,-3 6 0,-1 2 0</inkml:trace>
  <inkml:trace contextRef="#ctx0" brushRef="#br0" timeOffset="349">782 1 7666,'-12'12'299,"0"1"172,-3 1 1,7 3 0,-1 1-1,3 3-33,0 4 1,-6 6 0,5 10-1,1 4 2,-2 3 0,0 8 1,-7 8-1,3 2-264,-3 4 1,-1-3 0,-3-1 0,1 0-348,-1 0 1,0-12 0,1-3 0,1-7-421,5-9 1,2-10-325,3 0 1,7-13 0,0-8-1,11-6 915,5-4 0,11-17 0,2 2 0</inkml:trace>
  <inkml:trace contextRef="#ctx0" brushRef="#br0" timeOffset="650">1006 596 7666,'-19'8'154,"0"3"1,1 1 274,-1 1 1,1 1-1,-1 9 1,2 4-63,5 2 0,-2-5 0,7 5 0,3 0-232,2 0 1,2-6 0,0 2 0,0-5-137,0-1 1,2-7 0,4-1 0,7-3 17,3-4 1,-3-4-1,-1-6 1,3-6 48,1-5 1,3-2 0,-3 1 0,-1-1 39,-3 1 1,-6-1 0,5 0 0,-3 1-77,-4-1 0,4 1 1,-1-1-1,-3 0-325,-2 1 1,-2 5-1,0 1 1,0-3-816,0-1 0,0 4 0,0-1-590,0-1 1700,-8 5 0,-3-7 0,-7 6 0</inkml:trace>
  <inkml:trace contextRef="#ctx0" brushRef="#br0" timeOffset="1215">1285 726 7666,'0'19'252,"0"0"0,2 1 217,4 5 0,-4 4 0,4 8 1,-4 2-116,-2 5 0,0-3 0,-2 9 0,-2 4-303,-2 6 1,-15-3 0,3 3 0,-3-8-194,0-9 1,1-5-1,-1-7 1,0-6 92,5-5-14,1-9 0,5-11 0,4-13 0,4-3 29,2-3 0,6-2 0,2-1 0,2-5 37,5-2 1,-1-2 0,3-6 0,-1-3-246,5-3 1,2 4-1,-5-5 1,3 3-63,4-3 1,-4 3 0,5-7 0,-1 3 281,0 4 0,2 3 1,-4 7-1,2 7 266,-3 3 1,-7 11-1,-5 5 175,-2 10 1,-1 5 0,-7 9 0,0 1-132,0 5 0,-7-2 1,-1 6-1,0 0-113,0 0 0,1-7 0,5 3 0,-2-4 14,-2-3 1,0-5 0,6-1-393,0 3 1,0-5 146,0 2 1,8-7 0,4-1 0,7-8 51,6-9 0,-2-5 1,8-5-1,2-4-36,2-2 1,2 4-1,0-6 1,0-2 107,1-2 1,-1-2-1,-2 2 1,-4 2 19,-6 2 1,-5 8-1,-3-2 205,-5 4 1,-3 9-75,-9 0 0,-2 16 1,-3 2-1,-3 8 22,-2 5 1,6 2 0,-2 1 0,3 3-293,3-2 0,0 0 1,3-1-1,3 3-244,6-2 1,15-9 0,10-3 0,13-3-305,10-4 0,14-4 1,15-6 598,8-6 0,-2-13 0,-44 10 0,0 1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0T04:26:06.625"/>
    </inkml:context>
    <inkml:brush xml:id="br0">
      <inkml:brushProperty name="width" value="0.1" units="cm"/>
      <inkml:brushProperty name="height" value="0.6" units="cm"/>
      <inkml:brushProperty name="color" value="#FF0066"/>
      <inkml:brushProperty name="inkEffects" value="pencil"/>
    </inkml:brush>
  </inkml:definitions>
  <inkml:trace contextRef="#ctx0" brushRef="#br0">7536 522 11918 239116 47076,'-18'-9'99'0'0,"5"7"1"0"0,1-6-1 0 0,-3 2 1 0 0,-1-3-1 0 0,-3 1 1 0 0,1-2-1 0 0,-1 2 1 0 0,0-3-1 0 0,1 3 1 0 0,-1-2-1 0 0,1 1 1 0 0,-1 1 0 0 0,0 2-1 0 0,1 0 1 0 0,-1 0-1 0 0,-2-1 1 0 0,-1 1-1 0 0,-3 0 1 0 0,0 0-1 0 0,0-1 1 0 0,-2 1-1 0 0,-2 2 1 0 0,-4 0 0 0 0,-2 0-1 0 0,-2-2 1 0 0,0 2-1 0 0,0 1 1 0 0,-3 3-1 0 0,-3 0 1 0 0,-7 0-1 0 0,-3 0 1 0 0,-3 0-1 0 0,-2 0 1 0 0,-2 0 0 0 0,-4 0-1 0 0,-2 3 1 0 0,-5 1-1 0 0,-1 4 1 0 0,-2 0-1 0 0,1 0 1 0 0,1-1-1 0 0,0-1 1 0 0,-3 2-1 0 0,3 0 1 0 0,1 1-1 0 0,-1-3 1 0 0,-6 0 801 0 0,-9 0 0 0 0,8 7 0 0 0,1-7-892-3 0,-1-2 1 3 0,0 4 0 0 0,5-1 0 0 0,0-1 0 0 0,-1 0 20-81 0,1 0 0 81 0,-1 0 0 0 0,1-4 1 0 0,-3 3-18-241 0,-3 1 0 241 0,3 0 1 0 0,-1-6-1 0 0,5 0 16-196 0,5 0 0 196 0,-2 0 0 0 0,-9 0 1 0 0,-1 0 30-143 0,1 0 1 143 0,1 2 0 0 0,-1 2 0 0 0,-4 2 1-226 0,-1-2 0 226 0,5-1 0 0 0,-2-1 0 0 0,5 2 34-184 0,2 2 0 184 0,-3 0 0 0 0,-2-6 0 0 0,-3 0-6-217 0,-3 0 0 217 0,6 0 1 0 0,-1 0-1 0 0,3 0-7-251 0,3 0 0 251 0,-1 0 1 0 0,1 0-1 0 0,2 0-36-200 0,3 0 0 200 0,-5 0 0 0 0,4 0 0 0 0,-5 0-39-261 0,3 0 0 261 0,8-6 0 0 0,-2-2 1 0 0,0-1-16-244 0,-1 1 1 244 0,7-4 0 0 0,-4 3 0 0 0,2 1 65-174 0,0 0 1 174 0,-6 0 0 0 0,4 4 0 0 0,0-5-19-237 0,0-1 0 237 0,2 4 0 0 0,6-5 0 0 0,0 3-3-244 0,0 4 1 244 0,1 2 0 0 0,1 0-1 0 0,2-2 32-171 0,3-2 0 171 0,5-1 0 0 0,-5 7 0 0 0,-1 0-9-172 0,2 0 1 172 0,1 7 0 0 0,5 1 0 0 0,-1 2-50-216 0,2 5 0 216 0,1-1 0 0 0,3 3 0 0 0,2-1-25-227 0,4 5 1 227 0,2 4 0 0 0,6-1-1 0 0,-1 7-15-195 0,1 5 0 195 0,2 1 1 0 0,3 0-1 0 0,-1 2-11-183 0,0 5 0 183 0,1 3 1 0 0,-1 9-1 0 0,0 0 2-212 0,1 0 1 212 0,-1 6 0 0 0,3 2-1 0 0,1 0 32-223 0,3 0 0 223 0,2 6 0 0 0,-5-2 0 0 0,5 5 70-261 0,1 1 1 261 0,-5 3 0 0 0,4 1 0 0 0,-3 5 27-400 0,1 2 1 400 0,6-3 0 0 0,-5 7 0 0 0,3 2-60-431 0,4-2 0 431 0,2-4 1 0 0,2 6-1 0 0,0 4 7-500 0,0 0 0 500 0,0 0 1 0 0,0-2-1 0 0,0 2-23-531 0,0 5 1 531 0,0-3 0 0 0,0-46 0 0 0,0 1 0 0 0,0-1 0 0 0,0-1 36-491 0,0 48 1 491 0,8-3 0 0 0,5-2-1 0 0,3 0 16-418 0,3 0 1 418 0,-1-6 0 0 0,1-1 0 0 0,2 1 69-255 16,3-2 0 255 0,-3 8 0 0 0,4-4 1 0 0,-5 4 33-152 62,-1-2 0 152 0,0-2 0 0-1,-1 4 0 0 1,1 0-127-47-2,0 0 0 47-1,1 0 0 0 1,3-2 1 0-1,2-2-56-127-15,-3-2 1 127-1,1-1 0 0 0,0 5-1 0 0,4-4-30-51-14,2-6 1 51 0,-6 2-1 0 1,3-3 1 0-1,-1 1-135-64-5,0 1 0 64 0,6-11 1 0 0,-6 3-1 0 0,-2-1 64-21-4,-3-1 0 21-1,-1-2 0 0 1,-1 1 1 0-1,1 1 47 0 5,0-2 1 0 0,-1 0 0 0 0,-1 3 0 0 0,-3-3-13 0 5,-1-2 1 0 0,-3-2 0 0 0,5 3 0 0 0,-5-7 40 0-3,-2-4 0 0 1,0 6 1 0 0,-3 2-1 0 0,3 0 26 0 3,2-4 0 0 0,-6-4 0 0 0,5 0 0 0 0,-3 2 10 0 2,0 2 0 0-1,2 0 0 0 0,-4-6 0 0 0,3-1 26 0-10,-3 1 0 0 0,0 0 0 0 0,0 0 0 0 0,2 0 51 0-5,-2-1 1 0-1,0-5-1 0 1,1 0 1 0 0,3 1-33 0 2,2 3 0 0 0,-4-4 0 0 0,5-3 1 0 0,-1 1-12 0 1,0-1 1 0 0,-3-3 0 0 1,3 3 0 0-1,0-1-12 0-7,1-5 0 0-1,-1-2 1 0 1,4-1-1 0-1,-1 1-68 0-9,1 4 0 0 0,1-3 1 0 0,-1 1-1 0 0,-1-6 2 0-5,1-4 0 0 0,3 0 0 0 0,1 4 0 0 0,1-4 27 0-3,-1-6 0 0 1,-1 2 0 0 0,-3 0 0 0 0,-1 0 17 0 0,1 0 0 0 0,1 0 1 0 0,-1-5-1 0 0,-1 3-9 0-1,1-2 1 0 0,-4 0 0 0 0,3-1 0 0 0,-1 3 14 0-3,-1-2 0 0 0,5-2 0 0-1,-6-3 0 0 1,3 3 31 0-4,-1 4 1 0-1,-1-5-1 0 1,3 5 1 0-1,-1-2-50 0 0,1 2 0 0 0,-4-3 1 0-1,3 7-1 0 1,-1 0-37 0 4,-2 0 0 0-1,7-6 0 0 1,-5 4 0 0 0,5-2-90 0 8,2-1 0 0 0,-1 1 0 0 0,3-6 1 0 0,2-1 101 0 12,1 1 1 0-1,3 0 0 0 1,-4-1 0 0-1,4-1 12 0 10,2-5 1 0-1,-4 5 0 0 1,4-7-1 0 0,0 2 94 0 2,-1 1 0 0 1,-3-3 1 0-1,4 5-1 0 1,0-5 20 0-5,0-2 0 0 1,2 5 0 0-1,6-5 0 0 1,1 0-33 0-7,-1 1 0 0 1,2-3 0 0-1,2-6 1 0 0,5 0-7 0-2,1 0 0 0-1,-3 0 1 0 0,5 0-1 0 1,1 0-12 0 0,-2 0 1 0 1,5 0-1 0 0,-5 0 1 0 0,1 0-39 0-1,1 0 0 0 1,-6 0 0 0-1,5 0 0 0 1,3 0-46 0-6,2 0 0 0 0,1 0 0 0 0,-1 0 0 0 0,-2 0 56 0-2,-3 0 0 0 0,3 0 0 0-1,8 0 1 0 1,2 0-11 0 1,-2 0 0 0-1,-2 0 0 0 1,0 0 0 0 0,2 0-14 0 0,2 0 1 0 0,6 0-1 0 0,-6 0 1 0-1,0 0-9 0-1,2 0 0 0-1,-4 0 1 0 1,8 0-1 0-1,1 0 5 0 2,-3 0 1 0-1,0 0 0 0 1,-6 0 0 0-1,4 0 2 0 0,2 0 1 0 0,-6 0-1 0-1,4 2 1 0 1,0 2 6 0-2,4 2 0 0 0,-1 0 0 0 0,1-6 0 0 0,2 0-6 0 1,2 0 0 0 1,-3 0 1 0-1,-1 2-1 0 1,2 3-5 0 1,2 1-1 0-1,-3 0 1 0 1,-3-6 0 0 0,0 0 3 0-2,0 0 1 0 0,-4 0 0 0 0,6 0 0 0 0,1 2 7 0 1,-3 4 1 0 0,6-4 0 0 0,-6 4-1 0-1,5-3 57 0 1,3-3 1 0 0,-10 0 0 0 0,11 0 0 0 0,-3 0-44 0-1,0 0 1 0-1,3 0-1 0 1,1 0 1 0 0,3 0-9 0 1,1 0 0 0 0,1 0 0 0 0,-7 0 0 0 0,3-3-9 147-1,3-3 0-147 1,3 2 1 0-1,6-6-1 0 1,-2 2 2 243 0,2 3 1-243-1,-4-3 0 0 1,1 0 0 0 0,1 0-9 334 2,-2-1 0-334-1,4 1 1 0 1,-6 4-1 0-1,1-4 5 356-1,5-3 1-356 0,2 5 0 0 0,2-6-1 0 0,0-1-3 386 0,0 3 1-386 0,-6-5 0 0 1,2 7-1 0-1,4-2-2 481-3,4-5 1-481 1,-2 5 0 0-1,-4-2 0 0 1,4-1 4 474-4,0 3 0-474 1,-45 2 0 0-1,0-1 0 0 0,47-1 1 0 1,-2-2-1 591 0,2-1 1-591 0,0 1-1 0 0,-2-7 1 0 1,3 3 0 596-6,-49 9 0-596 1,1 1 1 0-1,0-2-1 0 1,-1 0 0 0-1,44-3 1 0 1,0-1-2 721-1,0 0 0-721-1,0 1 0 0 1,0-3 0 0-1,0 3 2 688-3,0 3 0-688 0,-6-4 1 0 0,2 4-1 0 0,2-1 2 764-2,0 1 1-764 1,0-4-1 0 0,-11 3 1 0 0,5 1 0 704-1,0 0 0-704 0,10-5 0 0 1,-8 5 1 0-1,-4 0-4 630 3,-5 0 1-630 1,-1-1 0 0-1,1 5-1 0 1,3-4 0 634-1,-3-2 1-634-1,-1 3-1 0 1,-1-3 1 0 0,3 0-2 470 1,2-1 1-470 1,-1 1 0 0-1,-5-4 0 0 0,-3 1-2 505 4,-4-1 1-505 0,5 3 0 0 0,-5-1 0 0-1,4-3 205 464 1,3-1 1-464 1,-7-1-1 0-1,0 3 1 0 0,2 1-95 385 3,3-1 0-385 0,1-3 0 0 1,0-1 0 0-1,-1-1-105 447 3,-5 1 1-447 1,4-1 0 0-1,-1 0 0 0 0,5 1 4 411-2,5-1 0-411 0,-1 1 0 0 1,-5-1 0 0-1,-1 0-60 424-3,1 1 1-424 0,5-1 0 0 1,-1 1 0 0-1,-5-1 33 485-6,-3 0 0-485 1,3 1 0 0-1,7-1 0 0 1,-3 1 13 452-5,-1-1 0-452 0,-3 0 1 0 0,1 1-1 0 0,-1-1 2 494 0,0 1 1-494 0,1-7-1 0 0,-1 0 1 0 0,1 2 0 539 0,-1 3 1-539 0,0 1 0 0 0,3-2-1 0 0,-1-2 1 461 0,-1-1 0-461 0,1-1 0 0 0,-12 6 0 0 0,1-1 0 512 0,-1-5 0-512 0,-2 4 0 0 0,-7-4 0 0 0,-1 5 10 507 0,-4 1 0-507 0,4-2 0 0 0,-7-1 0 0 0,1-3 23 391 0,-5 2 0-391 0,-4 2 0 0 0,-3 1 0 0 0,-3-3 36 335 0,-2-2 0-335 0,-2-6 1 0 0,2 6-1 0 0,-7 1 5 354 0,-3-3 0-354 0,-2 4 0 0 0,-1-6 0 0 0,1 0 5 364 0,-1 0 0-364 0,-1 4 0 0 0,-3-4 1 0 0,-3 0 65 354 0,-3 0 0-354 0,4 1 1 0 0,-3-6-1 0 0,-1 6 0 298 0,0 1 1-298 0,5 0 0 0 0,-5 4 0 0 0,0-4-119 202 0,1-2 0-202 0,-1 6 1 0 0,-4-3-1 0 0,2 1 11 147 0,-2 0 1-147 0,7-8 0 0 0,-1 4 0 0 0,2-2-120 93 0,1 0 1-93 0,-3 2 0 0 0,5-4-1 0 0,-3 2 4 33 0,2-2 1-33 0,3-2-1 0 0,2-3 1 0 0,-3 3 50 16 0,-3 4 1-16 0,3-4 0 0 0,-4 4-1 0 0,5-4 24 75 0,2-2 1-75 0,-3 6 0 0 0,-1 0 0 0 0,-3 0 54 38 0,2 2 0-38 0,-3-4 0 0 0,-1 8 0 0 0,0 0 47 11 0,1-2 0-11 0,-5 5 1 0 0,4-7-1 0 0,1 2-58 0 0,-1 4 1 0 0,-4 0-1 0 0,5 0 1 0 0,-1-3-28 0 0,0-3 1 0 0,-4 6-1 0 0,5-4 1 0 0,-1 2-30 0 0,0 0 0 0 0,1-6 0 0 0,3 5 0 0 0,-1-1-9 0 0,1 0 1 0 0,1-4 0 0 0,-1 4 0 0 0,-2-2 18 61 0,3-4 1-61 0,-5 4-1 0 0,3 0 1 0 0,-1 0 20 191 0,-2 0 1-191 0,7 4-1 0 0,-7-4 1 0 0,1 0 0 224 0,-5 0 0-224 0,2 7 0 0 0,-2-5 0 0 0,-2 2-12 208 0,-1 0 0-208 0,-1-2 1 0 0,2 5-1 0 0,2-5-10 176 0,-2-2 1-176 0,-2 0-1 0 0,-2-4 1 0 0,0 4 2 163 0,0 2 0-163 0,6-6 0 0 0,1 2 0 0 0,-3-4 0 163 0,-2-2 0-163 0,4-1 0 0 0,0 3 0 0 0,-2 2 27 194 0,-2 2 1-194 0,5-6-1 0 0,-1-4 1 0 0,-2 3 65 183 0,-2 5 0-183 0,-2 2 0 0 0,0-6 0 0 0,2 0-49 157 0,4 0 0-157 0,-4-1 1 0 0,4 1-1 0 0,-3 0-16 130 0,-3 0 0-130 0,0 0 0 0 0,0-3 1 0 0,0-1 13 118 0,0-2 0-118 0,2-1 0 0 0,2 5 1 0 0,2-5-12 115 0,-2-5 1-115 0,-2 3 0 0 0,-2 1 0 0 0,0 1 44 112 0,0 1 0-112 0,0-7 0 0 0,0 7 0 0 0,0 0 10 112 0,0-3 1-112 0,0 7 0 0 0,0-7-1 0 0,0 3-44 94 0,0-1 1-94 0,0 1 0 0 0,0 6 0 0 0,0 0-42 94 0,0-1 1-94 0,-6-5 0 0 0,0 0 0 0 0,0 1 4 92 0,-3 3 1-92 0,7 2 0 0 0,-6 0 0 0 0,2-1-70 81 0,0 1 0-81 0,-7 0 1 0 0,5 0-1 0 0,-2-1 22 70 0,-5 1 0-70 0,5-6 0 0 0,-1-1 1 0 0,1 3 35 35 0,0 2 0-35 0,-1 0 0 0 0,-3-3 0 0 0,2-1 65 11 0,-3 1 0-11 0,-1-3 0 0 0,-1 2 0 0 0,2-1 46 3 0,3-1 1-3 0,0 5 0 0 0,-7-3 0 0 0,0 2-15 0 0,1-3 1 0 0,5 5 0 0 0,1-7 0 0 0,0 3-56 0 0,1 0 1 0 0,-3-1-1 0 0,6 5 1 0 0,-1-2-47 0 0,1-3 1 0 0,-4-5-1 0 0,5 3 1 0 0,1 1-10 0 0,-2-1 1 0 0,6-4 0 0 0,-6 5 0 0 0,1 0 6 0 0,1-1 0 0 0,-6 1 0 0 0,4 3 0 0 0,-1-1 45 0 0,1 1 1 0 0,-4-3 0 0 0,3 2 0 0 0,1 1 17 0 0,0 3 1 0 0,-5 2 0 0 0,5-3-33 0 0,-2-3 1 0 0,4 4 0 0 0,-7-5 0 0 0,1 5 0 0 0,-1 2-14 0 0,1 0 1 0 0,6-1-1 0 0,-5 1 1 0 0,1 0-18 0 0,0 0 1 0 0,-1 2-1 0 0,-3 2 1 0 0,4 2-1 0 0,1-3 1 0 0,-5 1 0 0 0,4 0 0 0 0,-3 2 7 0 0,1-2 0 0 0,-1 4 0 0 0,-5 0 0 0 0,1 0-11 0 0,5 0 0 0 0,-5 1 0 0 0,3-6 0 0 0,-7 6-20 0 0,-4 1 0 0 0,0-4 0 0 0,7 4 0 0 0,-3 0-7 0 0,-4 0 0 0 0,3-4 0 0 0,-7 4 1 0 0,0 0 22 0 0,0 0 0 0 0,0 3 0 0 0,-4 3 0 0 0,2-2 15 0 0,-2-2 1 0 0,-2 1 0 0 0,-1 5-1 0 0,3 0 5 0 0,2 1 0 0 0,0-1 0 0 0,-6 0 0 0 0,0 1-8 0 0,0-1 1 0 0,-1 1 0 0 0,1-1-1 0 0,0 3-53 0 0,0 3 1 0 0,0-3-1 0 0,-1 5 1 0 0,1-1 17 0 0,0-1 1 0 0,0 3 0 0 0,0-4 0 0 0,-3 3-5 0 0,-3 3 0 0 0,4-4 1 0 0,-7 3-1 0 0,3 1 11 0 0,-1 0 1 0 0,-1 2 0 0 0,3 4 0 0 0,-1-3 8 0 0,2-1 0 0 0,-7 0 0 0 0,1 6 1 0 0,-1 0-10 0 0,5 0 0 0 0,1 0 1 0 0,-1-2-1 0 0,-5-2 26 0 0,1-2 0 0 0,-1-1 1 0 0,7 7-1 0 0,-5 0 21 0 0,-1 0 1 0 0,-1 0 0 0 0,-1 0-1 0 0,3 0 7 0 0,1 0 1 0 0,5 0 0 0 0,-5 0 0 0 0,2 0-13 0 0,-1 0 0 0 0,1 0 0 0 0,3 0 0 0 0,-1 0-4 0 0,-2 0 1 0 0,-1 0 0 0 0,7 0 0 0 0,0 0-3 0 0,0 0 0 0 0,-7 0 0 0 0,1 0 1 0 0,-1 2 0 0 0,-1 5 1 0 0,6-5 0 0 0,-5 4-1 0 0,5-4 0 0 0,2-2 0 0 0,-7 0 1 0 0,1 0-1 0 0,2 0-1 0 0,1 0 1 0 0,3 0-1 0 0,0 0 1 0 0,0 0-5 0 0,-1 0 1 0 0,7 0-1 0 0,2 0 1 0 0,1 0-1 0 0,-1 0 0 0 0,0 0 0 0 0,-4 0 0 0 0,2 0 1 0 0,-2 0 1 0 0,4 0-1 0 0,-2 0 1 0 0,-3 0 1 0 0,-1 0 0 0 0,4-6 0 0 0,0 0 1 0 0,-2 1 3 0 0,-2 3 0 0 0,-2 2 0 0 0,2-2 0 0 0,2-2-5 0 0,2-2 1 0 0,0 0 0 0 0,-7 6 0 0 0,1 0-1 0 0,0 0 0 0 0,6-6 0 0 0,0-1 0 0 0,-2 3-4 0 0,-2 2 0 0 0,-9 2 0 0 0,1 0 0 0 0,2 0 2 0 0,1 0 1 0 0,1-2 0 0 0,-4-2-1 0 0,-5-2 1 0 0,1 2 1 0 0,-1 2 0 0 0,5 2 0 0 0,-5 0 1 0 0,0 0 0 0 0,-5 0 0 0 0,5 0 0 0 0,-1 0 4 0 0,-1 0 0 0 0,2 6 0 0 0,-5 0 1 0 0,-1-2-1 0 0,-4-2 0 0 0,4 0 0 0 0,5 2 0 0 0,-3 3-5 0 0,-2-3 1 0 0,-2 4-1 0 0,1-2 1 0 0,-1-2-2 0 0,0-2 1 0 0,0 0-1 0 0,0 3 1 0 0,3 1 1 0 0,3-2 0 0 0,-4 0 0 0 0,5 0 0 0 0,-3 2 2 0 0,2-1 0 0 0,-8-1 0 0 0,7 0 0 0 0,1 2-1 0 0,3-2 0 0 0,1-2 0 0 0,3 0 0 0 0,-5 2-1 0 0,1 3 0 0 0,1-1 0 0 0,9-6 0 0 0,0 0-2 0 0,-1 0 0 0 0,-5 2 1 0 0,0 2-1 0 0,1 2 1-38 0,3-2 1 38 0,2-2 0 0 0,-3-2 0 0 0,-1 0 18-222 0,-2 0 0 222 0,1 0 0 0 0,9 0 0 0 0,2 0-4-248 0,-2 0 0 248 0,-2 7 1 0 0,-2-1-1 0 0,2-2-8-220 0,4-2 1 220 0,-4-2 0 0 0,4 0-1 0 0,-3 0-4-182 0,3 0 0 182 0,-2 0 1 0 0,6 0-1 0 0,1 0-8-168 0,-1 0 1 168 0,-10 0 0 0 0,3 0 0 0 0,1 0 2-183 0,-2 0 1 183 0,0 0-1 0 0,-2 0 1 0 0,0 0-2-218 0,-1 0 0 218 0,1 0 0 0 0,0 2 0 0 0,-2 2 2-230 0,-5 2 0 230 0,-1 7 0 0 0,-5-7 0 0 0,5 0-22-200 0,-1 3 0 200 0,5-5 0 0 0,-9 6 0 0 0,1 0 21-169 0,1 1 0 169 0,-4-7 0 0 0,7 4 0 0 0,0-2 0-195 0,-1 0 1 195 0,-6 7-1 0 0,5-7 1 0 0,-3-2 12-226 0,1-2 0 226 0,1 4 0 0 0,-4 1 0 0 0,3-3 29-206 0,-3-2 1 206 0,4 4 0 0 0,1 0 0 0 0,-1-2-19-157 0,1-2 1 157 0,5-2-1 0 0,-3 0 1 0 0,2 0-17-156 0,-1 0 0 156 0,1 0 0 0 0,3 0 0 0 0,-1 0-7-200 0,-2 0 0 200 0,-1 0 1 0 0,7 0-1 0 0,0 0-11-210 0,0 0 1 210 0,-7-2 0 0 0,3-2-1 0 0,4-2-61-184 0,4 2 0 184 0,2-4 0 0 0,-7 1 0 0 0,3 3-101-131 0,4 2 1 131 0,-2-4 0 0 0,8 0 0 0 0,3 2-502-115 0,1 2 1 115 0,0 0 0 0 0,-1-3-876-132 0,-3-1 1 132 0,0 0-1 0 0,4 8 111-177 0,-4 4 1 177 0,11 5-1 0 0,-3 9 1 0 0,7 3 1438-238 0,6 2 0 238 0,-6 8 0 0 0,-1-4 0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0T04:26:27.274"/>
    </inkml:context>
    <inkml:brush xml:id="br0">
      <inkml:brushProperty name="width" value="0.06" units="cm"/>
      <inkml:brushProperty name="height" value="0.06" units="cm"/>
      <inkml:brushProperty name="color" value="#00A0D7"/>
    </inkml:brush>
  </inkml:definitions>
  <inkml:trace contextRef="#ctx0" brushRef="#br0">466 708 7792,'-19'10'173,"7"-1"1,-1-9 838,-1 0 108,6 0-336,-1 0 633,9 0 1166,0 0-1757,9 0-4,-7 0-388,6 0 0,-8 2-161,0 4 0,0-2 0,0 10 0,0 5-34,0 4 0,-8 12 1,-3 0-1,-1 8 16,0 5 0,-7 10 0,-6 10 0,3 4-30,1 3 0,2-7 0,1 0 0,1 1-51,5-3 0,-5-2 1,7-8-1,-3-3 26,1-3 0,6 0 0,-5-11 1,1-4-29,0 0 0,4-2 0,-5 0 1,1-4 43,0-2 1,5-2 0,-1-6-1,4-1-127,2 1 0,0-1 0,0 1-92,0 0 1,0-7-297,0 0-7,0-7 436,0 3 92,0-8-36,0 0-310,0 8 1,0-4 61,0 9 0,2-1-13,4 7 1,-3-1-1,3 1 77,-4-1 1,-2-5 0,0-1 0,0 3 17,0 1 1,0-3 0,0-1 0,0 3 53,0 1 0,6 3 0,0-1-40,-2 1 1,-2-1-1,-2 1 1,0 0-21,0-1 0,0-5 0,0-1 0,0 3-23,0 1 0,0-3 0,0-1 0,0 2 55,0 3 0,0-5 0,0 1-37,0 1 1,0 3 0,0 1 8,0 1 1,0-7 0,0 1 36,0 1 0,0-3 1,0 1-104,0 2 0,-2 3 0,-2 2-50,-2-1 0,0 1 0,4-1 1,-2 1 65,-3 0 0,1-1 0,6 1 0,-2 2 31,-4 3 1,4-7 0,-6 6-1,1-1-28,1-1 0,0 0 0,6-3 1,0 1-47,0-1 1,-6 1 0,0 0 0,1-1 54,3 1 1,2 0 0,-2-1 0,-2 1 14,-2-1 0,0 7 1,6 0-1,0-2 7,0-3 0,0 1 0,0 2 1,0 2-31,0-3 0,0-1 1,0 0-1,0 1 6,0 3 0,0 0 1,0-6-1,0-1 12,0 1 0,0-1 0,0 1 0,2 0 20,4-1 1,-4 1 0,6-3 0,-1-1-1,-1-3 0,2 1 1,-4 5-1,2 1-81,-2 0 0,5-1 0,-1 1 0,0-1 32,1 1 1,3-7-1,-6 1 1,0 1-18,3 3 1,-5 1 0,6 1 54,-2 0 0,5-1 0,-7 1 0,-2-1-5,-2 1 0,4 0 1,1-1-1,-3 1-4,-2-1 0,4 1 1,0 0-1,-2 1 13,-2 5 1,0-4 0,3 4 0,1-5-3,-2-1 0,-2-1 1,0 1-1,2 0 0,2-1 0,1 7 1,-7 0-1,0-2-11,0-3 0,6-1 0,0 0 0,-2-1-9,-2 1 1,-2-1 0,2 1 0,2 2-13,3 3 0,-1-3 1,-6 4-1,0-4 19,0-3 1,2 3 0,2 2-1,2 1 11,-2-1 0,-2 4 0,-2 0 0,0 0 4,0 0 0,0 6 1,0-4-1,0 2-13,0 0 1,0-6 0,0 6-1,0 0-1,0-3 1,0 8-1,0-7 1,3 2 6,3 0 1,-4-2 0,4 4 0,-4-2 4,-2 2 0,0-4 0,0 2 1,0 0 2,0-2 0,2 4 0,2-6 0,2-1-2,-1 1 1,-1 6 0,0-4-1,2 0-1,-2-4 0,0 2 1,0 0-1,3 2-1,-3 4 0,0-4 0,0 0 0,2 0 0,-2 0 0,1 0 0,-1 4 0,2-2 0,-2 2 0,-2-4 0,0 2 0,2 0 0,2-2 0,3 4 0,-5-6 0,2 2 0,-2 4 0,-2-4 0,0-1 0,2 1 0,3 0 0,1-4 0,-4 6 0,2 0 0,-2-2 0,5 0 0,-3-6 0,-2 4 0,-2 2 0,4 0 0,1 2 0,-3-5 0,-2 1 0,4-4 0,0 6 0,-2 0 0,-2 0 0,0-4 0,3 4 0,1-2 0,-2-5 0,-2 5 0,-2 0 0,0 0 0,0 0 0,2 0 0,2-3 0,2 5 0,-2 0 0,-1 0 0,-3-6 0,0 4 0,0 2 0,2 0 0,2 4 0,2-4 0,-2-2 0,-2 4 0,-2-4 0,0-1 0,0 1 0,6 4 0,1-4 0,-3 0 0,-2 0 0,0 4 0,2-4 0,2 0 0,-2 0 0,0-1 0,1-3 0,1 4 0,-2 2 0,0-6 0,0 4 0,2-3-40,-2 1 1,5 6 0,-3-6 0,-2 0 32,-2 2 1,4-5 0,1 7-1,-1 0 8,2 0 1,-6-6 0,4 4-1,-2-2 0,3 0 0,-5 6 1,4-7-1,-2 1-2,2 2 0,-4-4 0,5 6 1,-5 0-51,-2 0 0,6-7 0,0 5 0,-2-2 24,-2 0 0,0 6 0,2-4 1,3 0-22,-3-1 0,-2 5 1,0-4-1,2 2 46,2 4 0,0-4 0,-6 0 0,2 0-35,5 0 0,-5 0 0,4 4 0,-2-4 1,2-2 1,-4 6 0,5-2 0,-3 2 25,2-2 1,-4 4-1,4-4 1,-2 4-4,2 3 1,-3-1 0,3 0 0,-4-2 28,-2-4 0,6 4 1,0-4-1,0 5-4,3 1 1,-7-6 0,6-2 0,-2 0-23,0 0 1,7-5-1,-5 5 1,0-2-37,1-4 0,3-2 0,-4-3 1,3 1 30,3-1 1,-4-1 0,3-3 0,-1-1 12,-1 1 0,5 1 1,-3-1 10,3-1 0,3-1 0,-1 5 0,1-3-7,0-1 1,-7-7-1,0 4 1,3-2-2,1-4 0,3 5 0,0-3 0,-1-2-2,1-2 1,-1 4 0,1 1 0,0-3 0,-1-2 1,7-2-1,0 0 1,-2 0-1,-3 0 0,5 6 0,2 0 0,0-2 0,0-2 1,4 0-1,-4 3 1,1 3-6,6 2 1,1-4-1,2 5 1,0-1-15,0 0 0,7-3 1,-1 3-1,1-2-10,1-4 0,-4 5 0,9-3 1,2-2 8,1-2 0,-3 0 0,0 2 1,1 2 15,3-1 0,2-3 1,0-2-1,-2 0 14,-5 0 1,5 0 0,-5 0 0,5 0 15,2 0 0,-2 0 0,-3 2 0,-1 2-15,2 2 1,2 0-1,-1-6 1,-1 0-7,-2 0 0,-3 2 0,5 2 1,-3 3-2,3-3 0,-4-2 1,-1-2-1,1 2 0,-1 4 1,1-4 0,4 4 0,-5-4-4,-1-2 0,-1 0 0,-4 0 0,5 0-1,1 0 0,-5 0 0,1 0 0,-4 0 0,-1 0 1,5 0-1,-2 0 1,-3 0 27,-5 0 0,-2 0 0,6 0 0,0 0-8,0 0 0,-1 0 1,-3 0-1,-2 0-11,2 0 1,0 2-1,0 3 1,-4 1-11,-2-2 0,0-2 0,-5-2 1,5 0-12,2 0 1,-4 0 0,4 0 0,-2 0 2,-5 0 1,5 0 0,-2 2-1,0 2 6,2 2 1,-7 1-1,7-7 1,-2 0 0,0 0 1,0 0-1,-7 0 1,1 2 2,0 4 1,5-4 0,1 4 0,-2-4-1,-2-2 1,3 0 0,1 2 0,-2 2-2,-2 3 0,3-1 0,1-6 0,-2 0 0,-2 0 0,4 0 0,-1 0 0,1 0 0,2 0 0,-6 0 0,6 0 0,-1 0 0,5 0 0,-2 0 0,0 0 0,0 0 0,0 0 0,-4 0 0,6 0 0,0 0 0,-2 0 0,6 0 0,-6 0 0,2 0 0,0 0 0,0-6 0,6-1 0,1 3 0,-1 2 0,0-4 0,0 0 0,0 2 0,1 2 0,-1-5 0,0 1 0,0 0 0,0-2 0,1 6 0,1-7 0,2 3-3,3 0 1,1-2 0,-4 4 0,3-3-9,-3 3 1,5 0 0,-1 0 0,3-2-5,3 2 0,-3 0 0,0-1 0,-1-1-7,1 2 0,-5-4 0,7 2 0,-1 1 10,-1 3 1,6-4-1,-5 0 1,5 0 10,2-3 0,-7 7 0,1-4 0,0 2 0,-3-2 1,7 4-1,-4-4 1,1 4 6,-1 2 1,4 0 0,-7 0 0,5-3-6,4-3 0,-11 4 0,9-4 0,-5 4 0,-1 2 0,2 0 0,3 0 0,-1 0-19,-2 0 1,-3 0 0,5 0 0,-2 0-46,1 0 0,-3 0 0,-1 0 0,1 0 40,-1 0 0,-3 0 1,5 0-1,1 0 29,-2 0-1,3 0 1,-5 0 0,1 0-1,5 0 0,0 0 0,-1 0 1,-3 0-2,-3 0 0,7-6 1,-4 0-1,1-1 2,1-1 0,-1 4 1,7-8-1,0-1-8,0 3 0,-2-5 1,-3 7-1,-1 0-29,2 0 0,1-5 0,1 7 0,-4 0 16,-7-3 1,3 7-1,-1-4 1,3 2-4,3-2 1,-3 4 0,-1-7 0,1 3-2,0 0 0,-5-2 1,5 4-1,-3-3 22,-4 3 0,5-4 0,-3 0 1,1 0-9,1-1 1,-6 1 0,5 4-1,-7-2-7,-6 2 0,4-5 1,-4 3-1,4 2 11,3 2 0,-7-4 0,-2-1 0,-1 3 2,1 2 1,-4 0 0,4-2 0,-2-2 11,-4 2 1,0 2 0,-1 2 0,3 0 8,-2 0 0,-3-7 0,-1 1 0,2 2-16,4 2 0,-5 2 0,5-2 1,-4-2-7,-3-2 0,1-1 0,0 7 0,-1 0-3,1 0 0,-1-6 1,1 0-1,0 2 0,-1 0 0,1 0 0,-1-3 10,1 3 1,0 2 0,-1 2 0,1 0 4,-1 0 0,1-6 0,0 0 1,-1 2-10,1 2 1,2 2 0,1 0 0,3 0-7,-2 0 1,0-7 0,-1 1 0,5 2 0,2 2 0,-4 2 0,6 0 0,0 0-1,-2 0 1,6-6-1,-4 0 1,4-1 1,2-1 1,1 4-1,-1-6 1,0 1 0,0 5 0,3-4 0,1 0 0,2-1 0,-1 1 0,3-4 0,1 4 0,-1-1 0,1 1 0,5-4 0,-3 3 0,-1 1 0,-3 0 0,3-5 0,1 5 0,4 0 6,3 0 1,-9-5-1,10 7 1,-3 0 16,1-3 0,2 5 1,0-8-1,0 0-15,-1 1 1,1-3 0,2 5-1,2 1-7,2 0 0,2-7 0,-4 5 0,2-2-1,-2-1 0,0 1 1,0-5-1,2 3-7,-2 1 0,-8 3 0,-3-4 0,5 3-5,6 3 1,-8-4 0,3 3-1,-3 1 8,-4 0 1,5-7 0,-5 5 0,0-2 1,-5-1 1,-4 9 0,-2-4 0,3 2 3,3-1 0,-6-5 0,3 4 0,-7-1 2,0 1 0,2 0 0,0 4 0,-4-4-3,-6-3 0,2 5 1,-2-4-1,-1-1-1,3 1 0,-6 4 0,4-5 0,-5 3 1,-1-4 0,-2 4-3,-5-3 0,-2 7 1,-6-4 0,3 0 1,1 5-1,-4-5 1,2 0 0,3 6 0,-3-4 0,-2-3 0,8 3 0,-6-6 0,7 6 0,-7-7 0,6 7 0,3 2 0,-5 0 0,3-3 0,-1 5 192,7-4 0,-7 2 1,1 0-155,1-2 0,-4 0 1,3 3-50,1-3 0,-3 4 0,1-6 12,2 0 1,3 6 0,2-7 7,-1 1 1,1 4 0,-1-6-12,1 1 1,0-3-1,-3 4 1,-1-1 5,-3 1 1,0-4 0,7 3 0,0 1 5,-1 0 1,1-7 0,-1 3-17,1-5 0,0 5 0,-1 2 1,1-1-10,-1 1 0,1-2 0,0-5 0,-1 3-1,1 1 0,-1 1 1,1-7 11,0 1 1,-1 1-1,1 3 1,0 1 3,-1-1 0,1-3 1,-1 1-1,-1 1 5,-5 3 1,5-1 0,-3-5 0,7-1-3,4 1 1,0 5-1,-7 1 1,1-3 0,-1-1 0,3-3 1,2 1-1,2-1-1,-3 0 1,5 1 0,-2-1 0,0 1 1,2-1 1,-7 0 0,5 1-1,-4-1-7,-3 0 0,7 1 0,0-1 1,-2 1-7,-2-1 0,-3 0 0,1 1 0,-1-3 2,1-4 0,0 5 0,-1-5 0,-1 4 3,-5 3 0,5-1 0,-7 0 1,2 1-3,1-1 1,-7 1 0,4-1 0,1 0-8,-1 1 0,-4-1 1,5 1-2,-3-1 0,-2 0 0,-6 1 9,0-1 1,0 1 0,0-1 10,0 0 1,0 7 0,0 0 9,0-3 0,-2-2 1,-2-1-40,-2-1 1,-1 1 0,7-1 0,0 0 0,-6 1 0,0-1 0,2 1-3,2-1 0,2 0 0,-2 1 0,-2-1 13,-3 1 0,1-1 0,6-2 1,0-1 29,0-3 1,0-6 0,0 4-1,0 0 67,0 0 0,0-6 1,0 4-1,0-2-27,0 0 0,0 6 0,0-6 0,0 0-52,0 2 0,2-4 0,2 6 0,3 1-3,-3-1 1,-2-4-1,-2 4 1,0 0-31,0 0 0,0-4 0,0 4 0,2 0-14,4 0 0,-4-4 1,4 4-1,-4 1 23,-2-1 0,0-6 0,0 4 0,0 0 9,0 4 0,0-2 0,0 2 0,0 0 42,0-1 0,0-1 0,2-4 0,3 6-25,1 4 0,0-6 1,-4-2-1,2 0-4,2 5 0,1 3 0,-5 0 0,2-1 0,2-3 1,2 0 0,-4 4 0,3-1 18,-3-3 1,4 0 0,-2 6-1,0 1 6,3-1 1,-5 1 0,6-1 0,-2 0-42,-3 1 1,5-1 0,0 0 0,3 1-19,-1-1 1,-6 1 0,7-1 0,1 0-2,3 1 0,-5-1 1,0 1-1,1-1 17,-3 0 1,7 1 0,-7-1 0,2 1 15,1-1 0,-7 0 0,6 1 0,1-1 3,-3 1 0,5-3 1,-7-2-1,0-2 25,1 3 1,3 1 0,-6 2 0,-2 1 26,-2-1 1,0 1 0,3-1-1,1 0 19,-2 1 0,-2-3 0,-2-4-44,0-6 1,0 4 0,-2 3 0,-2 3-29,-2 2 0,-3 1 0,5-1 0,-2 0-18,2 1 1,-4-1-1,1 1 1,1-1-14,-2 0 1,6 1 0,-7-1 0,3 1 19,0-1 0,-2 0 1,4 1-1,-3-1 4,3 1 0,-4-3 0,2-2 1,0-2 0,-3 3 1,7-1 0,-6 0 0,2-2 17,0 3 0,-3-1 1,5 0-1,-4-4 16,-2-2 1,3 7 0,-3-5-1,0 2 28,-1 0 0,5-2 0,-4 4 0,0-1-15,-1 1 0,5-4 0,-6 2 0,-1 0 15,3-2 0,-7 7 0,7-5 0,-2 2 8,-1-2 1,3 5 0,-5-5-1,5 2-136,2-2 0,-7 3 0,5-7 0,-2 2 68,-1 4 0,7-4 1,-4 0-1,-1-2 19,1-4 1,4 4-1,-5 0 1,3 1-24,4-1 0,-4 4 1,-1-6-1,-1 0-32,-4 2 0,3-6 1,1 6-1,0-2 19,-1 0 0,1 6 0,-4-6 0,3 0 12,3 2 1,-7-6-1,5 6 1,-2-2 11,-1 0 0,3 6 0,-5-4 0,3 0 17,-2 0 1,3-2-1,1-4 1,2 2 32,4 2 1,-5 0 0,1-4-1,0 2-50,-1 2 0,1 0 1,4-6-1,-2-1-15,2 1 0,2 6 0,2 0 1,0 0-14,0 2 1,0-6-1,0 4 1,0-2-7,0 2 0,0-4 0,0 4 0,0-4 23,0-3 0,0 3 1,0 2-1,0 2 4,0-2 1,0-2-1,0 0 1,0 2 1,0 2 1,0 2 0,0-4 0,0 2-1,0-2 1,0-1 0,0 1 0,0 4 1,0 3 1,0-7 0,0 2-1,0-3-9,0 3 1,0-4 0,0 6 0,0-2-12,0 0 1,-2 7 0,-3-8 0,-1 1 8,2 3 0,2-1 1,2 4-1,-2-4 2,-4 0 0,4-4 0,-7 8 0,3 0 6,0-2 0,-2 5 0,4-7 0,-3 2-1,3 4 0,-4 2 1,0 3-1,-1-1 1,1 1 1,-4-1-1,4 0 1,-1 1 7,1-1 1,-6 1-1,3-1 5,1 0 0,-7 7 0,7-1 0,-2-1 29,-1-3 0,7 5 0,-6 0-25,-3-3 1,-1-1 0,-3-3-17,0 0 1,7 7-1,0 2 1,-3-1-6,-1 1 1,3 4 0,1-4 0,-3-1 2,-1 1 1,-3-1-1,1-3-3,-1 2 1,0 5 0,1-3 0,-1 0-12,0-1 1,-5 5-1,-1-4 1,2 2-29,2 3 1,-5-3-1,-3 2 1,0 2 15,4 2 1,-4-4 0,-2-1 0,-2 3 14,2 2 1,-4 2-1,4-2 1,-2-2 15,2-2 1,-5 0 0,5 6 0,-4 0-1,-2 0 1,6 0-1,0 0 1,-2-2 2,-2-5 0,0 5 0,2-4 0,2 4-5,-2 2 1,-9 0 0,1 0 0,4-2 0,4-4 1,-1 4 0,-7-5 0,-2 5-5,1 2 1,3 0 0,2 0 0,0-2-3,-1-4 1,-5 4 0,0-4 0,1 4 2,3 2 0,2-2 1,-2-2-1,-3-3 6,-1 3 1,-1-4 0,7 0-1,-2-1 3,-5 1 1,-1 0 0,-5 4 0,5-2-16,-1 1 0,7-3 0,-6 2 0,-1 0-24,-3-3 0,3 7 0,1-6 0,1 2 9,1 0 0,-3-7 0,5 7 0,-3 0-3,3-2 0,-4 4 1,-1-7-1,-1 3 25,-5 4 1,4-4 0,1 1 0,-1 3 28,1 2 0,-3 0 1,-6-2-1,3-2-24,3 2 0,-2 1 1,5 3-1,-3 0-3,-2 0 0,-3 0-5,11 0 0,-7 0-1,1 0 1,-2-6-1,1 0 1,3 2 6,2 2 0,-3 2 0,3 0 0,-1 0 5,-5 0 1,5 0 0,-1 0 0,1 0-2,-1 0 0,-2 0 0,-5 0 0,-1 0-1,0 0 0,0 0 0,0 0 0,0 2-5,1 4 1,-1-4 0,0 6-1,0-1 3,0-1 0,-6 6 0,0-5 0,2-1-17,2 2 1,3-6-1,-3 6 1,-2-1 10,-2-1 1,0 0 0,8-6 0,2 0 37,3 0 1,-5 2 0,-4 2 0,4 2-8,1-2 0,5-1 0,-4-3 0,-1 0-13,-1 0 1,-6 0-1,12 0 1,-1 0-26,-1 0 0,1 6 0,-5 0 0,2-2 11,2-2 1,3-2 0,-5 0 0,3 0-47,-3 0 0,4 6 38,-1 1 0,5-1 0,-5-6 1,1 0 0,-3 0 0,3 0 1,2 0 1,-3 0 0,3 0 0,1 0 11,-1 0 0,3 0 0,4 0 1,-3 0 35,-1 0 1,0 2 0,3 2-1,-1 2-9,-2-2 0,-1-2-52,7-2 1,-7 7 10,1-1 1,0 0-1,5-6 1,1 0-11,0 0 1,-6 6 0,1 0 0,5-2-9,4-1 1,2-3 0,-6 0 0,0 2-2,-1 4 0,7-4 0,0 4 0,0-4 23,2-2 0,-10 0 0,6 0 1,0 2-2,-2 4 1,6-4 0,-2 5 0,0-5-11,2-2 0,-6 2 0,6 2 0,-2 2-16,0-2 0,2-2 1,-4-2-1,4 2 44,2 5 0,-4-5 0,4 4 0,0-4 0,0-2 1,0 0 0,5 0 0,-3 0-11,2 0 0,-4 0 1,2 0-1,1 0-1,-3 0 0,4 0 1,-6 0-1,0 0-31,0 0 0,4 0 0,-6 0 1,-2 0-38,-2 0 1,0 0-1,2 2 1,2 2 28,-2 2 0,-2 1 0,-3-7 0,1 2 19,0 4 0,0-4 0,0 4 1,2-4 20,3-2 1,-7 0 0,6 0-1,0 0 3,-2 0 1,2 0 0,0 0 0,2 0 9,-2 0 0,0 0 1,0 0-1,2 0 8,-3 0 0,-1 0 1,0 0-1,2 0-26,2 0 1,2 0-1,-4 0 1,2 0-28,-2 0 1,-2 0 0,0 0 0,2 0-15,2 0 0,0 0 0,-7 0 0,1 0 2,0 0 1,6 0 0,-2 0-1,-4 0 5,-5 0 0,3 0 0,4 0 0,-4 0 25,-1 0 0,-1 0 1,0 0-1,-3 0 0,3 0 0,2 0 0,-1 2 0,-1 2 8,-2 3 0,-1-1 0,7-6 0,0 0 8,-1 0 1,1 0 0,0 0 0,0 0 0,0 0 1,-1 0-1,1 0 1,0 0-7,0 0 1,0 0 0,1 0 0,3 0-9,2 0 1,-4 0 0,-4 0 0,4 0-4,0 0 0,-1 0 0,-1 0 0,0 0 0,0 0 0,6 0 0,0 0 0,-2 0-5,-2 0 0,-3 0 0,1 0 1,2 0 3,4 0 1,-4 0 0,4 0 0,-4 0 2,-2 0 0,1 0 0,3 0 0,2 0 5,-2 0 0,0 0 1,0 0-1,2 0 46,-2 0 0,4 0 0,-2 0 1,0-2-12,2-4 0,-4 3 1,6-3-1,0 4-38,0 2 1,-6 0-1,4 0 1,-2 0-5,0 0 1,2 0 0,-4 0 0,2 0-4,-2 0 0,4 0 0,-2 0 1,0 0 3,2 0 1,-4 0 0,6 0 0,-2 0 15,-4 0 0,6 0 1,1 0-1,-1 0 10,-4 0 0,4 0 1,0 0-1,2 0-13,0 0 1,-6 0-1,7 0 1,1 0-7,2 0 1,-4 0 0,0 0-1,3 0-12,1 0 0,-4 0 0,0 0 0,3 0 6,1 0 1,-4 0 0,-2 0 0,0 0-12,1 0 1,-1 2 0,4 2 0,-4 3 4,-2-3 1,6-2-1,-3-2 1,1 2 5,0 4 1,-6-4-1,4 4 1,0-4 0,0-2 1,0 7 0,5-1 0,-5 0-8,-2 2 0,6-6 1,-4 5-1,2-3-15,1 2 1,-7-4 0,4 6 0,0-2 6,0 1 1,-4 1-1,4-4 1,-2 2 11,-4-2 1,6 0 0,0 1 0,3 1 22,-1-2 1,-6-2 0,4 0 0,0 2-10,0 2 0,-4 1 1,4-7-1,0 0-2,0 0 0,3 6 0,3 0 0,-2-2-4,-2-2 0,1-2 1,5 0-1,0 0 5,1 0 0,-9 0 1,-2 0-6,0 0 0,2 0 1,9 0-1,-1 0 1,-6 0-1,0 0-2,3 0 0,1 0 0,2 0 0,1 0-11,-1 0 0,1 0 0,-1 0 0,0 0 6,1 0 1,-1 0 0,0 0 2,1 0 1,-1 0 0,1 0 0,-1 0 0,0 0 0,1 0 0,-1 0 0,1 0 0,-1 0 1,0 0-1,1 0-3,-1 0 1,7 0 0,-1 0 0,-1 0-3,-3 0 1,-1 0 0,-1 0 4,1 0 1,-1 0-1,0 0-23,1 0 1,-1 0-1,1 2-24,-1 5 0,0-5 0,1 4 46,-1-4 1,7 4 0,-1 0-2,-1-2 0,-3 5 1,-1-3-1,1 0 20,5 2 0,-3-4 1,7 7-1,-2-1-11,-5 0 1,5-3 0,-3 3 0,1 0-46,2 1 1,-7 1 2,5 7 0,-5-1-32,-1 1 1,1 0-1,3-3-766,1-4-310,1 5 1,-1-13-256,1 9 1,10-9-678,2 2 0,4-12 2076,15-7 0,3-12 0,16-3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0T04:26:46.872"/>
    </inkml:context>
    <inkml:brush xml:id="br0">
      <inkml:brushProperty name="width" value="0.06" units="cm"/>
      <inkml:brushProperty name="height" value="0.06" units="cm"/>
      <inkml:brushProperty name="color" value="#AE198D"/>
      <inkml:brushProperty name="inkEffects" value="galaxy"/>
      <inkml:brushProperty name="anchorX" value="-3.61129E6"/>
      <inkml:brushProperty name="anchorY" value="-1.63903E6"/>
      <inkml:brushProperty name="scaleFactor" value="0.5"/>
    </inkml:brush>
  </inkml:definitions>
  <inkml:trace contextRef="#ctx0" brushRef="#br0">670 354 7879,'-12'0'-364,"-1"0"0,-1 0 125,-3 0 294,-1 0 0,7 2 232,5 4-19,4-4 1,4 6 136,4-8 1,-3 2-291,3 5 0,-4-3 1,-2 8-7,0 3 1,0-5-1,0 2 1,-2 3-26,-4 1 1,3 3-1,-5 0 1,2 1-84,0 5 1,-9 2-1,5 6 1,-2-2 69,-1 2 1,1 8 0,-7 3 0,3-1 26,3 3 0,-3-5 1,3 7-1,-3-3-43,-3-4 1,7 5 0,-1-1 0,1 1-57,2-1 1,-5-1-1,7-7 1,0 0-17,-1 0 1,-3 1 0,4-1 0,-1 0 16,1 0 0,-6 0 0,3 1 0,-1-1 58,-1 0 1,3 0-1,-4 1 1,3-1-5,3 0 1,-6 6 0,3-1 0,-1-5-29,-1-4 1,7-2 0,-4 6 0,2-2-18,3-4 0,-3 2 0,2-8 0,2 0-24,2 2 0,2-4 0,-2 6 0,-2 0 2,-3-1 0,1-3 1,6 6-1,0 0 9,0-2 0,0 6 0,-2-4 0,-2 5 19,-2 1 1,0 0 0,4 0 0,-3 0-5,-1 1 0,0-1 0,6 0 0,-2 0 1,-4 0 1,4-6-1,-5 0 1,5 0 0,2-2 0,0 5 0,0-8 0,0 1-7,0 0 1,0 4 0,0-4 0,0 2 11,0 4 1,0-4 0,0 0 0,0 0 15,0 0 0,2 0 0,3 4 0,1-4-27,-2-2 1,0-3-1,0-3 1,4 0-4,3-3 0,-7 5 1,4-10-37,0 3 1,1 3 0,5-3 0,-3-1-12,-3-3 1,6 1-1,-3 5 1,1 1 34,0-1 1,-5-1-1,5-1 9,3 3 0,-1 2 0,0 10 0,-3-6 0,-3-5 1,4-1 0,-3 1 0,-1 3-3,0 2 0,5 2 1,-5-4-1,0 4-12,0 1 1,5 3 0,-7 7-1,0-1 49,3 0 0,-7 0 1,4 1-1,-2-1-18,2 0 0,-4-6 0,4-2 1,-3 0 30,-3 0 0,0 0 1,0 4-1,0-4-36,0-2 0,6 4 0,0-5 1,-2 3-10,-2 5 0,-2-6 0,0 1 0,2 0-9,4 0 0,-4-4 0,7 4 0,-3 0 4,0 0 1,0-4-1,-4 6 1,3 0 10,1-2 0,0 6 0,-4-6 0,2 2 40,2 0 0,1 0 0,-7 4 1,2-2-11,4-2 0,-4 0 1,4 6-1,-4-2-24,-2-4 1,6 5 0,1-5 0,-3 4-1,-2 2 0,-2 0 1,0 2-1,2 3-3,4 1 1,-4 1-1,4-5 1,-4 2-18,-2 3 0,0-1 0,0-8 0,2-2 3,5-2 0,-5 0 0,4 4 0,-4-1-3,-2-3 0,0-7 0,0 5 1,0 0 4,0 0 1,6-4-1,0 4 1,-1 0 20,-3 0 1,-2 0 0,0 4-1,0-2 43,0 2 0,0 2 0,0 2 0,-2 0 21,-5 1 0,5-3 0,-4-2 0,4-2-42,2 2 1,-2 2-1,-2 2 1,-2-2-49,1-4 0,3 5 1,2-5-1,0 4 16,0 2 1,0-6 0,0 0 0,0 0-13,0-2 0,0 6 0,0-4 0,2 2-35,5-2 0,-5 4 0,6-6 0,0 2 24,5 0 0,-3-8 0,0 4 0,1-2 7,-1 0 1,-4-1 0,7-5-1,-1 0 4,-2-1 0,7 1 0,-5-1 0,3 1 0,-3 0 1,3-1 0,-7 1 0,2-1 8,5 1 1,-1 0-1,1-3 1,-3-1-4,3-3 0,1 0 0,3 7 0,-1 0-5,1-1 0,-3-5 0,-1-1 0,-3 3-2,3 1 1,1 3 0,3-1 0,-3 1-2,-3 0 0,3 5 1,-3 1-1,1-2 1,-1-2 0,3-1 0,-5 3 0,1 2 0,0-2 0,1 3 0,3-1 0,-1-2 1,-3-2 0,-1 3 0,3 1 0,-2 0 1,3 2 0,-5-4 0,1 6 1,-1 0 11,0-1 1,-4-3 0,5 6 0,-3 0 35,-4-2 1,4 6 0,1-4-1,-1 2 6,0-2 0,0 5 0,-3-7 0,1 2-4,-2 0 1,-2 0 0,0 6 0,2-2-1,2-4 0,1 4 0,-7-4 1,0 2-17,0-2 1,6 2 0,0-6 0,0 0-45,3 0 1,-5 4 0,6-6-1,0-3-2,1-1 0,-5-2 0,4-1 1,1 1 10,-1 0 0,-4-1 0,6 1 0,1-1-16,-3 1 0,5 0 0,-7-1 1,2 1 8,5-1 0,-5-5 0,2-1 0,1 3 13,-3 1 0,5 3 1,-7-1-1,2-1 9,5-5 1,1 5-1,3-7 1,0 3-9,-1-1 1,3-2 0,2 3 0,3-7-4,3-4 0,-4 4 0,6 0 0,2-1-7,2-3 0,3-2 1,-1 0-1,0 0 1,0 0 1,0 0 0,3-2 0,1-3-2,3-1 1,-1 0 0,-4 6 0,3 0 0,1 0 1,7-6 0,-5 0-1,3 2 2,3 1 0,1 3 0,2 0 0,-1 0 0,5 0 1,2 0-1,-4 0 1,-2 0-1,-5 0 0,11 0 0,-4 0 0,2 0 0,0 0 0,0 0 0,4 0 0,4 0-4,0 0 1,-2 0-1,-6 3 1,2 1-13,2 2 0,0 2 0,-6-4 1,0 5-10,0 1 0,2-6 1,4 4-1,4-2 9,0 1 1,-2 1 0,-8-4 0,2 2 10,4-2 0,0-2 1,2-2-1,-8 3 13,-3 3 1,-1-4 0,2 4 0,0-2-7,3 2 0,-3-4 1,-4 5-1,1-5 3,3-2 0,6 0 0,-2 0 0,-4 0-5,0 0 1,-3 0 0,3 0 0,-2 0-1,-1 0 1,1 0 0,-9 0 0,7 0-1,4 0 0,0 0 0,-3 0 0,-3 0-8,-3 0 0,7 0 0,-4 0 0,1 0-13,1 0 1,-9 0 0,5 0 0,-3 0 14,0 0 0,7 0 0,-7 0 0,-1 0 2,-3 0 1,4 0-1,3 0 1,2 0 1,3 0 1,-5 0-1,-3 0 1,-2 0 3,3 0 0,-5 0 0,5 0 0,-5 0 14,-2 0 0,0 0 0,0 0 0,1 0 5,-1 0 1,-6 0 0,0 0 0,2 0-12,2 0 1,2 0 0,1 0 0,-1 0-8,0 0 0,0 6 0,0 0 0,1-2-7,-1-2 1,0-2-1,-2 0 1,-2 0-5,-2 0 0,0 0 1,4 0-1,-2 0 9,-1 0 0,-10 0 0,5 0 0,0 2 5,4 5 0,-4-5 0,0 4 0,-2-4-5,-1-2 0,7 6 0,-4 0 0,0-2-1,0-1 1,6 3 0,-4 0-1,2-2 0,0-2 0,0 4 1,6 1-1,-2-3 2,-4-2 1,7-2 0,-5 0-1,6 0 6,2 0 1,-12 0 0,8 0 0,-1 0-3,-1 0 1,2 0 0,0 0-1,0 0 3,1 0 1,1 0 0,2-2 0,5-2 22,1-3 1,-3 1 0,3 4 0,1-2-25,-1-2 0,3-7 0,4 5 0,-3 0 6,-1 0 1,0-5-1,5 5 1,-1 0-3,-4-1 0,4-3 0,-5 4 0,7-3-11,6-3 0,-4 3 0,4 1 0,-2 0-7,2-1 0,-2 5 0,4-4 1,-2 0-2,-2-1 1,-13 5-1,11-6 1,2-1 1,6 3 1,-1-7 0,-3 7 0,-3-2-3,4-1 0,-4 7 0,8-4 1,-3 1 4,-4 5 1,-9-4 0,-1 2 0,2 2-2,1 2 1,3-5 0,0 1 0,0 2-8,0 2 1,2 2-1,-1 0 1,1-2-5,-4-4 0,-2 4 1,4-5-1,-1 3 8,1-2 0,0 4 1,-2-6-1,-3 2 8,-1-1 1,2-7-1,8 4 1,0-3 6,-7 1 0,3 6 1,-6-5-1,6 1-4,6 0 1,-11 3-1,3-3 1,-6 0 49,-7-1 0,4 7 1,1-4-1,-1 2-43,1 0 1,4-7-1,-5 5 1,3 0-12,3-1 1,1-3 0,0 4 0,-3-1-1,3 1 1,-5 0-1,1 4 1,-2-2-12,-5 1 0,4-3 0,-1 2 0,-1 0 6,3-3 0,-7 7 1,4-4-1,-1 4 2,1 2 0,-2-2 1,7-2-1,0-4 2,-1-3 0,-4 7 0,5-4 0,0 2 0,-1-1 0,-6-5 0,3 4 0,-5 0 52,-2-1 0,3-5 1,1 3-1,2-1-43,-1 0 1,-3 5 0,-2-5 0,3 0 2,3 1 0,-4-3 1,5 6-1,-5-1-9,-2 1 1,0-4 0,-1 3 0,-3-1 14,-2-4 0,-7 3 0,7 1 0,0 0 13,-2-1 1,4-1 0,-6-5 0,0 3-20,0 1 0,0 1 0,-4-7 0,4 1-7,1-1 0,-5 1 1,4-1-1,-2 0 9,0 1 1,2-1 0,-5 3-1,3 1 62,-2 3 1,-2 6 0,-3-5-1,1 1 7,-1 0 1,-5 5-1,-1-3-40,3 0 1,1 6-45,3-4 1,-1-3 0,1 3 0,-2 0-22,-5-2 0,5 6 0,-5-7 0,4 3 8,3 0 1,0-7 0,-1 5 20,1-2 1,-1 6 0,1-2 46,0 3 0,-1-3 0,1 0-23,0 2 1,-7 2 0,0 2-17,3 0 0,1 0 1,3 0-21,0 0 0,-1 0 0,1 0 0,-1 0 20,1 0 0,2-2 0,1-2 0,3-5 19,-2-1 1,6-2-1,0-7 1,2 3 17,0 3 1,-6-10 0,6 5-1,2-3 9,2 0 1,-4-3 0,-2-3-1,0 0-22,0 0 1,0-4-1,4 6 1,-4 0-49,-2-2 0,-1 7 0,-3-7 0,2 2-10,-2 0 0,-3 1 1,-1 5-1,0 0-36,-1 1 1,1-1-1,-1 0 1,1 1 44,0-1 1,-1 1 0,1-1 0,-1 0 8,1 1 0,0 1 0,1 3 1,3 1 4,2-1 0,2-3 1,-5-1-1,3-1 0,-2 1 1,-2-1 0,-3 2 0,1 3 0,0 2 0,-3-1 0,-1-3 1,-3 1 27,2 3 1,-3-1 0,1-5 0,1-1-1,-3 1 1,4-1-1,-5 0 1,-1 1-19,0-1 1,5 1 0,-5-3 0,2-2-16,5-2 1,-5-2-1,0 3 1,1-5-12,-1 0 1,-4-4 0,5 8 0,-1 0 33,0-2 1,-6 6-1,3-3 1,-5 3 16,-2 2 0,0-5 0,0-1 0,0 2 37,0 2 1,0 3-1,0-3-69,0-4 0,6 5 1,0-5-1,-2 4-17,-2 3 1,-2-7 0,0-2-1,2 0-9,4 0 1,-3-4-1,3 4 1,-2-2 5,2-4 1,-4 6 0,4 0 0,-4 3 42,-2-1 0,0-8 1,0 4-1,0 0-22,0 4 0,0-4 1,0 0-1,2-2-1,5 0 1,-5 0 0,4-6 0,-4 2-6,-2 4 0,6-6 0,0 3 0,-1-3-44,-3 2 1,4 2 0,0-4-1,-2 0 33,-2-1 0,-2 7 1,0 2-1,2 1 28,5-1 0,-5 4 0,4-6 1,-4 0-13,-2 2 0,0-4 0,0 6 0,0-2 42,0-4 0,6 0 0,0 0 0,0 2-50,3-2 0,-7-3 0,6-1 0,-2 0-7,0 0 1,7 6 0,-5 0 0,2-2 7,5-2 0,-5-3 0,1 1 0,-1 0 14,0 0 0,1-3 1,3-1-1,-1-2-7,1 1 1,0 3 0,1 2 0,-3 0-4,3-1 1,-5 1 0,0 0 0,1 0-19,-1 0 1,-6 3-1,5 1 1,-3-2 1,0 2 0,0 6 0,-6-2 0,0 0 7,0 0 0,0 7 1,0-3-1,0 2 18,0-2 0,-6 5 1,0-5-1,0 2 20,-3-2 1,7 5-1,-6-5 1,2 2 6,0-2 0,-1 5 1,7-7-1,-2 2-16,-4 0 0,4-6 0,-4 4 1,4 0-12,2 1 1,0-5 0,0 4-1,0-2-19,0-4 1,0 4-1,0 0 1,0 2-10,0 4 0,-2-4 0,-2 0 0,-3 1 9,3-1 0,-4 0 0,2 4 0,2-4-1,2-2 0,-5 4 1,1-4-1,2 1 2,2-1 1,-4 0-1,0-4 1,-1 2 3,-1-3 0,6 6 1,-6-1-1,1 0 2,1 0 1,-8 4-1,3-4 1,-1 2 0,0 4 1,1 1 0,-3-1 0,1-2 6,-1 2 1,-3 3 0,-1 1-1,1 0 2,5 1 0,-5-1 0,5 1 0,-5-3 0,-1-4 0,-1 4 0,1-3 0,-1 1 5,0-2 0,7 4 0,0-5 0,-3 1 7,-1 0 1,-3-6 0,2 4 0,3 0 12,2 0 0,-1-6 0,-5 4 0,1-2 24,5 0 1,-5 6 0,7-6 0,-3-2-12,1-2 1,2 4 0,-5 0-1,5-2-35,2-2 0,-5 2 0,7 0 0,0-2-6,-3 2 1,7 0 0,-4-5 0,4-1-29,2-4 1,0 3 0,0-3 0,0 4 1,0 1 1,0 1 0,0 0 0,0 0 12,0 0 0,0 6 1,0 2-1,0 0-6,0 0 1,0 0 0,0-4 0,0 4 5,0 2 0,0 0 0,0 4 0,0-2 4,0 3 1,-2-5-1,-2 2 1,-2 2-1,2 3 0,-5 1 1,3 0-1,0 1 12,-2-1 1,3 1 0,-7-1 30,-2 0 0,3 1 1,-1-1-37,-3 1 1,5 1-1,0 3 1,-1 1-6,1-1 1,4 3-1,-7-1-4,-1-3 0,4 5 0,-3 0 0,1-1-5,1 1 1,-5 6-1,6-4 1,-3 2 3,1-1 0,-1-5 1,-5 6-1,1 0 3,5-3 0,-5 7 0,5-6 0,-7 2 0,-6 0 0,5-3 0,-5 5 0,4-2 0,3 2 0,-7-5 0,-2 1 0,-2 0-3,-4 0 1,4-1 0,-2 5-1,-2-2-2,-2 2 1,-2-4-1,-3-1 1,-1 1 0,-2 0 1,-7 0 0,5 3 0,-1-3 49,1-2 0,-1 4 1,5-5-1,-5 3 49,-1 4 1,5-4 0,-3-1 0,1 1-33,1 0 0,-7 0 0,5 3 0,-1-3-35,1-2 1,-7 6 0,5-5 0,-3 3-57,1 0 1,1-6 0,-4 5 0,5 1 3,1-2 0,-5 4 0,1-7 0,-2 3 3,3 4 0,-5-4 0,4 2 0,-3 1 7,-3 3 1,0 0 0,0-2-1,0-2-13,0 2 1,1 2 0,-1 0 0,2-2-7,4-3 0,-1 1 1,5 4-1,-1-2 31,-5-2 1,-2-2-1,1 3 1,1-1 2,2 2 1,-1-4-1,-7 2 1,0 1-5,4 3 0,2-4 0,-3 0 0,-1 2 56,0 2 0,0 2 0,0 0 0,0 0-47,1 0 1,-3 0-1,-2 0 1,-2 0-7,2 0 0,2 0 0,2 0 0,-2 0 33,-4 0 0,11 0 0,-3 0 0,4 0 26,3 0 0,-3 0 1,-6 0-1,0 0-44,1 0 0,5 0 1,0 0-1,-1-2 14,-3-5 0,-2 5 0,2-4 0,3 4-57,1 2 1,7 0-1,-7 0 1,0 0 1,3 0 0,-7 0 0,4 2 1,-3 2 15,-3 3 0,0-1 1,0-6-1,0 2 8,1 4 1,-3-4 0,-2 6-1,-2-1-1,2-1 1,4 2 0,2-4 0,1 2-4,-5-1 0,-2 3 1,4-2-1,0 0 0,0 2 1,-6-5 0,0 3 0,2-4 20,2-2 0,3 2 1,1 2-1,2 2 31,2-2 1,1-2 0,-5-2 0,2 0-8,3 0 0,1 0 0,-5 0 0,1 0-13,0 0 0,-6 0 0,9 0 0,-3 0-31,2 0 0,-3 0 0,5 0 0,-2 0 8,1 0 1,5 0-1,-3 0 1,-1 0-37,1 0 0,3 0 1,-3 0-1,-1 0 20,1 0 1,-1 0-1,-1 0 1,3 0 17,1 0 1,3 0 0,-5 0 0,-1 0 16,1 0 1,5 0 0,-1 0 0,1 0-17,-1 0 0,-2 2 0,-5 3 0,7 1-12,3-2 1,-3-2 0,-3-2-1,-1 0-2,-5 0 1,7 2 0,-1 2 0,3 2-11,-1-1 0,-5-3 0,3-2 0,1 2 8,-1 4 1,-3-4 0,3 4 0,-1-4 3,-5-2 1,4 6 0,1 1 0,-1-3 1,1-2 1,-3 4 0,-4 0-1,3-2 1,1-2 0,7 5 1,-7-1-1,0-2-2,3-2 1,1 0 0,9 2 0,-2 2 31,-4-1 0,3-3 0,-5-2 0,1 0 32,1 0 1,0 0 0,3 0 0,-1 0-55,-3 0 1,1 0 0,4 0-1,-3 0-1,-1 0 0,0 0 1,5 0-1,1 0-18,0 0 0,0 2 1,-3 2-1,-1 2-7,-2-2 1,-1-2 0,7-2 0,-2 0 11,-5 0 0,3 0 1,-6 0-1,1 0 2,5 0 0,-5 0 0,1 0 0,-1 0-32,1 0 1,1 6-1,5 1 1,-2-3 7,-3-2 0,-5 4 0,5 0 0,1-2 23,-3-2 1,5 5-1,-7-1 1,1-2 27,-1-2 0,7-2 0,-2 2 0,1 2 39,-1 2 0,2 1 0,-7-7 0,2 2-43,5 4 0,2-4 0,2 4 1,-3-2-34,-3 3 0,4-5 0,-5 6 1,5-2 9,2 0 0,-7 0 0,1-6 0,0 3-7,-3 3 1,7-4 0,-7 4 0,3-4 4,-1-2 0,1 2 1,6 2-1,0 2 7,-1-1 1,1-3-1,0-2 1,2 0-2,4 0 0,-4 0 1,2 0-1,-7 0 1,-3 0 1,2 0 0,8 0 0,1 0 3,-1 0 1,-8 0 0,-2 0 0,1 0-2,3 0 0,2 0 0,0 0 0,-1 0 0,1 0 0,2 0 1,2 0-1,2 0-1,-2 0 0,-2 6 1,-2 0-1,-1-2-5,1-2 1,-2 5 0,-3-1 0,-1-2-2,2-2 0,-1 4 0,1 0 0,-4-2 5,-3-1 0,7-1 0,-5 2 0,3 2 19,-1-2 0,1-2 0,4 0 1,-3 2 19,-1 3 0,-7-1 0,7-6 0,-1 0 50,-1 0 1,-1 2-1,-3 2 1,3 2-20,1-2 0,4-2 0,-9-2 0,0 2-19,3 5 0,-5-5 0,9 4 0,-1-4-6,-1-2 1,3 0-1,-5 0 1,1 2-22,5 4 0,0-4 0,-1 4 0,-1-3 7,2-3 0,1 0 1,1 0-1,-2 0-26,-3 0 0,1 0 0,6 0 0,-1 0-26,1 0 0,0-7 1,-2 1-1,-1 2 4,3 2 1,-2 2 0,12 0-1,-2-2 9,-4-4 0,0 4 1,0-5-1,4 5-13,2 2 1,-4 0 0,6 0 0,3 0-350,1 0 0,2 0-1891,1 0 721,7 0 0,5 0 1,12 2 1540,7 5 0,12 3 0,3 9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F1727-2C8A-BEEA-51DB-5C6559DBF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8E60D3-FA23-3D06-CA13-7B47795838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6ED0D9-60A8-A256-C09C-8A7CC1611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7126A-873B-4C5A-B9E8-5EAE96B9E6C3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4769E3-6D29-AD35-4FBC-72DEAB66C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570B4F-FC7C-61AF-0D9F-8F815CD8E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A6452-5563-4FC1-97E8-74FADEDED4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441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8740F-CDA1-70B5-34EA-571468EE1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252E92-AC8A-E292-3DE9-7C6C2B5F60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C249BF-492E-20DA-CD8C-B1012D309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7126A-873B-4C5A-B9E8-5EAE96B9E6C3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380699-E542-9723-044B-3BA8DA2D7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BEC9E5-B4E0-1BB5-BB28-1B9D9DD28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A6452-5563-4FC1-97E8-74FADEDED4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802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82F61-FA73-58EE-505F-A1C1FF54E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CB2152-6FAD-63D6-AC48-CBCFD03502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02FA9F-987C-0AFC-EC17-6EE07C273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7126A-873B-4C5A-B9E8-5EAE96B9E6C3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8CBD7E-38F6-88CA-5E59-8D8A0B806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43342E-5505-532C-F729-0B81E8284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A6452-5563-4FC1-97E8-74FADEDED4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623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0F34E-89DD-DCF6-1D7D-A3B399189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741710-D622-67EB-024C-CCE8923E09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D066A2-2147-F352-134D-FC49E94927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4AF1D4-4B0A-5930-F2A3-2120F6B73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7126A-873B-4C5A-B9E8-5EAE96B9E6C3}" type="datetimeFigureOut">
              <a:rPr lang="en-US" smtClean="0"/>
              <a:t>12/7/25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B45B92-257E-0AF5-B678-E472C87D0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6CAFCC-7537-C69A-FAAF-F8F8C40B2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A6452-5563-4FC1-97E8-74FADEDED4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0380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79154-05F6-99D1-88D5-49093F646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C1AAD-FCC3-AA1F-6539-87688C6C0F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DDDA2D-8F00-C3CF-D106-B5610D1BC7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60D3B5-4EE6-EFA8-50C5-4C5E877099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97FEBF-B978-B59A-6E17-C4D8D26124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5C9F64-A9E2-AEBA-4A69-EFBF0CEFA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7126A-873B-4C5A-B9E8-5EAE96B9E6C3}" type="datetimeFigureOut">
              <a:rPr lang="en-US" smtClean="0"/>
              <a:t>12/7/25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1A2E68-4154-9468-B407-770C4E0AF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C5B0B8-98F3-75CF-9A9F-8801520A8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A6452-5563-4FC1-97E8-74FADEDED4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4670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12213-7D3A-DB5C-E98E-7895BDC4C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76B7AC-7530-680F-08C1-DE337DA76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7126A-873B-4C5A-B9E8-5EAE96B9E6C3}" type="datetimeFigureOut">
              <a:rPr lang="en-US" smtClean="0"/>
              <a:t>12/7/25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2AFF62-1E78-16A1-0DCB-313570528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7AA2E8-B9E8-1A56-00E3-07EF3CC2D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A6452-5563-4FC1-97E8-74FADEDED4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5056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E4713B-98AD-5C57-1B80-791C03A4F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7126A-873B-4C5A-B9E8-5EAE96B9E6C3}" type="datetimeFigureOut">
              <a:rPr lang="en-US" smtClean="0"/>
              <a:t>12/7/25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F966F8-836D-9005-6E31-9EE1DBC98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ED6B61-250C-46FB-C547-91823C695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A6452-5563-4FC1-97E8-74FADEDED4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3746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DF7BD-96B4-5A85-761D-EE009DDD0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534B33-9981-663D-8F7D-9FF425D105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0C6B0F-FD49-5007-3344-979B9A1FB4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A7C655-4290-E125-98A8-62A940573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7126A-873B-4C5A-B9E8-5EAE96B9E6C3}" type="datetimeFigureOut">
              <a:rPr lang="en-US" smtClean="0"/>
              <a:t>12/7/25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1F1E8C-1F35-726D-20E2-880BD5557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5CE44F-BE35-C27C-4323-068E8CC06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A6452-5563-4FC1-97E8-74FADEDED4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703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41F93-2325-7F98-D51A-05A8B2954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5A7FB5-E561-9DD8-CE20-DAE2CBD8C8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08D0FE-D7D0-FE3F-3587-24C4D6C825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AA23F4-FD80-38EF-D3AA-0B67C2FAE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7126A-873B-4C5A-B9E8-5EAE96B9E6C3}" type="datetimeFigureOut">
              <a:rPr lang="en-US" smtClean="0"/>
              <a:t>12/7/25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478B79-7EA1-F979-C015-9CBCFB338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540318-D8C1-DCAA-33CD-D7E20436D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A6452-5563-4FC1-97E8-74FADEDED4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9536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5B5FD-19F2-B79D-B1A5-2AD293060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462D24-1F68-20B8-B9AA-1A7A355F14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133935-2A30-295A-1BA0-DCD4BC6C2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7126A-873B-4C5A-B9E8-5EAE96B9E6C3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3665D6-C81F-4F16-EA36-6FF341DAA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90BCF7-BDB9-C22A-8FC2-56683B5AD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A6452-5563-4FC1-97E8-74FADEDED4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819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D27AA4-BCF2-DD45-F958-CA9DEF5760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516418-57D9-6E00-79CD-B4EBD551EC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BF92BB-A4F2-C090-3758-5C15A1FED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7126A-873B-4C5A-B9E8-5EAE96B9E6C3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876AFB-2B08-8671-207B-1507DDAD1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3F2E5F-7FB8-FB69-8079-E92C87107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A6452-5563-4FC1-97E8-74FADEDED4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0649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D561E1A-B5C0-89C8-15B2-DC084A033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4ED687-25AA-E0C0-197E-88F9AACF5A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F95BA2-B3AC-D9C3-2208-6466A77B2B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07126A-873B-4C5A-B9E8-5EAE96B9E6C3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FFF6FB-322D-6BE6-2DFD-FC4F0FD73E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09D3CB-5262-1FEE-545A-97F8F4286B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A6452-5563-4FC1-97E8-74FADEDED4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589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3.xml"/><Relationship Id="rId21" Type="http://schemas.openxmlformats.org/officeDocument/2006/relationships/image" Target="../media/image10.png"/><Relationship Id="rId42" Type="http://schemas.openxmlformats.org/officeDocument/2006/relationships/customXml" Target="../ink/ink21.xml"/><Relationship Id="rId47" Type="http://schemas.openxmlformats.org/officeDocument/2006/relationships/image" Target="../media/image23.png"/><Relationship Id="rId63" Type="http://schemas.openxmlformats.org/officeDocument/2006/relationships/image" Target="../media/image31.png"/><Relationship Id="rId68" Type="http://schemas.openxmlformats.org/officeDocument/2006/relationships/customXml" Target="../ink/ink34.xml"/><Relationship Id="rId16" Type="http://schemas.openxmlformats.org/officeDocument/2006/relationships/customXml" Target="../ink/ink8.xml"/><Relationship Id="rId11" Type="http://schemas.openxmlformats.org/officeDocument/2006/relationships/image" Target="../media/image5.png"/><Relationship Id="rId24" Type="http://schemas.openxmlformats.org/officeDocument/2006/relationships/customXml" Target="../ink/ink12.xml"/><Relationship Id="rId32" Type="http://schemas.openxmlformats.org/officeDocument/2006/relationships/customXml" Target="../ink/ink16.xml"/><Relationship Id="rId37" Type="http://schemas.openxmlformats.org/officeDocument/2006/relationships/image" Target="../media/image18.png"/><Relationship Id="rId40" Type="http://schemas.openxmlformats.org/officeDocument/2006/relationships/customXml" Target="../ink/ink20.xml"/><Relationship Id="rId45" Type="http://schemas.openxmlformats.org/officeDocument/2006/relationships/image" Target="../media/image22.png"/><Relationship Id="rId53" Type="http://schemas.openxmlformats.org/officeDocument/2006/relationships/image" Target="../media/image26.png"/><Relationship Id="rId58" Type="http://schemas.openxmlformats.org/officeDocument/2006/relationships/customXml" Target="../ink/ink29.xml"/><Relationship Id="rId66" Type="http://schemas.openxmlformats.org/officeDocument/2006/relationships/customXml" Target="../ink/ink33.xml"/><Relationship Id="rId74" Type="http://schemas.openxmlformats.org/officeDocument/2006/relationships/customXml" Target="../ink/ink37.xml"/><Relationship Id="rId79" Type="http://schemas.openxmlformats.org/officeDocument/2006/relationships/image" Target="../media/image39.png"/><Relationship Id="rId5" Type="http://schemas.openxmlformats.org/officeDocument/2006/relationships/image" Target="../media/image2.png"/><Relationship Id="rId61" Type="http://schemas.openxmlformats.org/officeDocument/2006/relationships/image" Target="../media/image30.png"/><Relationship Id="rId19" Type="http://schemas.openxmlformats.org/officeDocument/2006/relationships/image" Target="../media/image9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image" Target="../media/image13.png"/><Relationship Id="rId30" Type="http://schemas.openxmlformats.org/officeDocument/2006/relationships/customXml" Target="../ink/ink15.xml"/><Relationship Id="rId35" Type="http://schemas.openxmlformats.org/officeDocument/2006/relationships/image" Target="../media/image17.png"/><Relationship Id="rId43" Type="http://schemas.openxmlformats.org/officeDocument/2006/relationships/image" Target="../media/image21.png"/><Relationship Id="rId48" Type="http://schemas.openxmlformats.org/officeDocument/2006/relationships/customXml" Target="../ink/ink24.xml"/><Relationship Id="rId56" Type="http://schemas.openxmlformats.org/officeDocument/2006/relationships/customXml" Target="../ink/ink28.xml"/><Relationship Id="rId64" Type="http://schemas.openxmlformats.org/officeDocument/2006/relationships/customXml" Target="../ink/ink32.xml"/><Relationship Id="rId69" Type="http://schemas.openxmlformats.org/officeDocument/2006/relationships/image" Target="../media/image34.png"/><Relationship Id="rId77" Type="http://schemas.openxmlformats.org/officeDocument/2006/relationships/image" Target="../media/image38.png"/><Relationship Id="rId8" Type="http://schemas.openxmlformats.org/officeDocument/2006/relationships/customXml" Target="../ink/ink4.xml"/><Relationship Id="rId51" Type="http://schemas.openxmlformats.org/officeDocument/2006/relationships/image" Target="../media/image25.png"/><Relationship Id="rId72" Type="http://schemas.openxmlformats.org/officeDocument/2006/relationships/customXml" Target="../ink/ink36.xml"/><Relationship Id="rId3" Type="http://schemas.openxmlformats.org/officeDocument/2006/relationships/image" Target="../media/image111.png"/><Relationship Id="rId12" Type="http://schemas.openxmlformats.org/officeDocument/2006/relationships/customXml" Target="../ink/ink6.xml"/><Relationship Id="rId17" Type="http://schemas.openxmlformats.org/officeDocument/2006/relationships/image" Target="../media/image8.png"/><Relationship Id="rId25" Type="http://schemas.openxmlformats.org/officeDocument/2006/relationships/image" Target="../media/image12.png"/><Relationship Id="rId33" Type="http://schemas.openxmlformats.org/officeDocument/2006/relationships/image" Target="../media/image16.png"/><Relationship Id="rId38" Type="http://schemas.openxmlformats.org/officeDocument/2006/relationships/customXml" Target="../ink/ink19.xml"/><Relationship Id="rId46" Type="http://schemas.openxmlformats.org/officeDocument/2006/relationships/customXml" Target="../ink/ink23.xml"/><Relationship Id="rId59" Type="http://schemas.openxmlformats.org/officeDocument/2006/relationships/image" Target="../media/image29.png"/><Relationship Id="rId67" Type="http://schemas.openxmlformats.org/officeDocument/2006/relationships/image" Target="../media/image33.png"/><Relationship Id="rId20" Type="http://schemas.openxmlformats.org/officeDocument/2006/relationships/customXml" Target="../ink/ink10.xml"/><Relationship Id="rId41" Type="http://schemas.openxmlformats.org/officeDocument/2006/relationships/image" Target="../media/image20.png"/><Relationship Id="rId54" Type="http://schemas.openxmlformats.org/officeDocument/2006/relationships/customXml" Target="../ink/ink27.xml"/><Relationship Id="rId62" Type="http://schemas.openxmlformats.org/officeDocument/2006/relationships/customXml" Target="../ink/ink31.xml"/><Relationship Id="rId70" Type="http://schemas.openxmlformats.org/officeDocument/2006/relationships/customXml" Target="../ink/ink35.xml"/><Relationship Id="rId75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.xml"/><Relationship Id="rId15" Type="http://schemas.openxmlformats.org/officeDocument/2006/relationships/image" Target="../media/image7.png"/><Relationship Id="rId23" Type="http://schemas.openxmlformats.org/officeDocument/2006/relationships/image" Target="../media/image11.png"/><Relationship Id="rId28" Type="http://schemas.openxmlformats.org/officeDocument/2006/relationships/customXml" Target="../ink/ink14.xml"/><Relationship Id="rId36" Type="http://schemas.openxmlformats.org/officeDocument/2006/relationships/customXml" Target="../ink/ink18.xml"/><Relationship Id="rId49" Type="http://schemas.openxmlformats.org/officeDocument/2006/relationships/image" Target="../media/image24.png"/><Relationship Id="rId57" Type="http://schemas.openxmlformats.org/officeDocument/2006/relationships/image" Target="../media/image28.png"/><Relationship Id="rId10" Type="http://schemas.openxmlformats.org/officeDocument/2006/relationships/customXml" Target="../ink/ink5.xml"/><Relationship Id="rId31" Type="http://schemas.openxmlformats.org/officeDocument/2006/relationships/image" Target="../media/image15.png"/><Relationship Id="rId44" Type="http://schemas.openxmlformats.org/officeDocument/2006/relationships/customXml" Target="../ink/ink22.xml"/><Relationship Id="rId52" Type="http://schemas.openxmlformats.org/officeDocument/2006/relationships/customXml" Target="../ink/ink26.xml"/><Relationship Id="rId60" Type="http://schemas.openxmlformats.org/officeDocument/2006/relationships/customXml" Target="../ink/ink30.xml"/><Relationship Id="rId65" Type="http://schemas.openxmlformats.org/officeDocument/2006/relationships/image" Target="../media/image32.png"/><Relationship Id="rId73" Type="http://schemas.openxmlformats.org/officeDocument/2006/relationships/image" Target="../media/image36.png"/><Relationship Id="rId78" Type="http://schemas.openxmlformats.org/officeDocument/2006/relationships/customXml" Target="../ink/ink39.xml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13" Type="http://schemas.openxmlformats.org/officeDocument/2006/relationships/image" Target="../media/image6.png"/><Relationship Id="rId18" Type="http://schemas.openxmlformats.org/officeDocument/2006/relationships/customXml" Target="../ink/ink9.xml"/><Relationship Id="rId39" Type="http://schemas.openxmlformats.org/officeDocument/2006/relationships/image" Target="../media/image19.png"/><Relationship Id="rId34" Type="http://schemas.openxmlformats.org/officeDocument/2006/relationships/customXml" Target="../ink/ink17.xml"/><Relationship Id="rId50" Type="http://schemas.openxmlformats.org/officeDocument/2006/relationships/customXml" Target="../ink/ink25.xml"/><Relationship Id="rId55" Type="http://schemas.openxmlformats.org/officeDocument/2006/relationships/image" Target="../media/image27.png"/><Relationship Id="rId76" Type="http://schemas.openxmlformats.org/officeDocument/2006/relationships/customXml" Target="../ink/ink38.xml"/><Relationship Id="rId7" Type="http://schemas.openxmlformats.org/officeDocument/2006/relationships/image" Target="../media/image3.png"/><Relationship Id="rId71" Type="http://schemas.openxmlformats.org/officeDocument/2006/relationships/image" Target="../media/image35.png"/><Relationship Id="rId2" Type="http://schemas.openxmlformats.org/officeDocument/2006/relationships/customXml" Target="../ink/ink1.xml"/><Relationship Id="rId29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customXml" Target="../ink/ink43.xml"/><Relationship Id="rId13" Type="http://schemas.openxmlformats.org/officeDocument/2006/relationships/image" Target="../media/image60.png"/><Relationship Id="rId3" Type="http://schemas.openxmlformats.org/officeDocument/2006/relationships/image" Target="../media/image110.png"/><Relationship Id="rId7" Type="http://schemas.openxmlformats.org/officeDocument/2006/relationships/image" Target="../media/image310.png"/><Relationship Id="rId12" Type="http://schemas.openxmlformats.org/officeDocument/2006/relationships/customXml" Target="../ink/ink45.xml"/><Relationship Id="rId2" Type="http://schemas.openxmlformats.org/officeDocument/2006/relationships/customXml" Target="../ink/ink40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2.xml"/><Relationship Id="rId11" Type="http://schemas.openxmlformats.org/officeDocument/2006/relationships/image" Target="../media/image50.png"/><Relationship Id="rId5" Type="http://schemas.openxmlformats.org/officeDocument/2006/relationships/image" Target="../media/image210.png"/><Relationship Id="rId10" Type="http://schemas.openxmlformats.org/officeDocument/2006/relationships/customXml" Target="../ink/ink44.xml"/><Relationship Id="rId4" Type="http://schemas.openxmlformats.org/officeDocument/2006/relationships/customXml" Target="../ink/ink41.xml"/><Relationship Id="rId9" Type="http://schemas.openxmlformats.org/officeDocument/2006/relationships/image" Target="../media/image40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6" Type="http://schemas.openxmlformats.org/officeDocument/2006/relationships/customXml" Target="../ink/ink58.xml"/><Relationship Id="rId21" Type="http://schemas.openxmlformats.org/officeDocument/2006/relationships/image" Target="../media/image51.png"/><Relationship Id="rId34" Type="http://schemas.openxmlformats.org/officeDocument/2006/relationships/customXml" Target="../ink/ink62.xml"/><Relationship Id="rId42" Type="http://schemas.openxmlformats.org/officeDocument/2006/relationships/customXml" Target="../ink/ink66.xml"/><Relationship Id="rId47" Type="http://schemas.openxmlformats.org/officeDocument/2006/relationships/image" Target="../media/image65.png"/><Relationship Id="rId50" Type="http://schemas.openxmlformats.org/officeDocument/2006/relationships/customXml" Target="../ink/ink70.xml"/><Relationship Id="rId55" Type="http://schemas.openxmlformats.org/officeDocument/2006/relationships/image" Target="../media/image69.png"/><Relationship Id="rId63" Type="http://schemas.openxmlformats.org/officeDocument/2006/relationships/image" Target="../media/image73.png"/><Relationship Id="rId7" Type="http://schemas.openxmlformats.org/officeDocument/2006/relationships/image" Target="../media/image43.png"/><Relationship Id="rId2" Type="http://schemas.openxmlformats.org/officeDocument/2006/relationships/customXml" Target="../ink/ink46.xml"/><Relationship Id="rId16" Type="http://schemas.openxmlformats.org/officeDocument/2006/relationships/customXml" Target="../ink/ink53.xml"/><Relationship Id="rId29" Type="http://schemas.openxmlformats.org/officeDocument/2006/relationships/image" Target="../media/image55.png"/><Relationship Id="rId11" Type="http://schemas.openxmlformats.org/officeDocument/2006/relationships/image" Target="../media/image45.png"/><Relationship Id="rId24" Type="http://schemas.openxmlformats.org/officeDocument/2006/relationships/customXml" Target="../ink/ink57.xml"/><Relationship Id="rId32" Type="http://schemas.openxmlformats.org/officeDocument/2006/relationships/customXml" Target="../ink/ink61.xml"/><Relationship Id="rId37" Type="http://schemas.openxmlformats.org/officeDocument/2006/relationships/image" Target="../media/image59.png"/><Relationship Id="rId40" Type="http://schemas.openxmlformats.org/officeDocument/2006/relationships/customXml" Target="../ink/ink65.xml"/><Relationship Id="rId45" Type="http://schemas.openxmlformats.org/officeDocument/2006/relationships/image" Target="../media/image64.png"/><Relationship Id="rId53" Type="http://schemas.openxmlformats.org/officeDocument/2006/relationships/image" Target="../media/image68.png"/><Relationship Id="rId58" Type="http://schemas.openxmlformats.org/officeDocument/2006/relationships/customXml" Target="../ink/ink74.xml"/><Relationship Id="rId66" Type="http://schemas.openxmlformats.org/officeDocument/2006/relationships/customXml" Target="../ink/ink78.xml"/><Relationship Id="rId5" Type="http://schemas.openxmlformats.org/officeDocument/2006/relationships/image" Target="../media/image42.png"/><Relationship Id="rId61" Type="http://schemas.openxmlformats.org/officeDocument/2006/relationships/image" Target="../media/image72.png"/><Relationship Id="rId19" Type="http://schemas.openxmlformats.org/officeDocument/2006/relationships/image" Target="../media/image49.png"/><Relationship Id="rId14" Type="http://schemas.openxmlformats.org/officeDocument/2006/relationships/customXml" Target="../ink/ink52.xml"/><Relationship Id="rId22" Type="http://schemas.openxmlformats.org/officeDocument/2006/relationships/customXml" Target="../ink/ink56.xml"/><Relationship Id="rId27" Type="http://schemas.openxmlformats.org/officeDocument/2006/relationships/image" Target="../media/image54.png"/><Relationship Id="rId30" Type="http://schemas.openxmlformats.org/officeDocument/2006/relationships/customXml" Target="../ink/ink60.xml"/><Relationship Id="rId35" Type="http://schemas.openxmlformats.org/officeDocument/2006/relationships/image" Target="../media/image58.png"/><Relationship Id="rId43" Type="http://schemas.openxmlformats.org/officeDocument/2006/relationships/image" Target="../media/image63.png"/><Relationship Id="rId48" Type="http://schemas.openxmlformats.org/officeDocument/2006/relationships/customXml" Target="../ink/ink69.xml"/><Relationship Id="rId56" Type="http://schemas.openxmlformats.org/officeDocument/2006/relationships/customXml" Target="../ink/ink73.xml"/><Relationship Id="rId64" Type="http://schemas.openxmlformats.org/officeDocument/2006/relationships/customXml" Target="../ink/ink77.xml"/><Relationship Id="rId8" Type="http://schemas.openxmlformats.org/officeDocument/2006/relationships/customXml" Target="../ink/ink49.xml"/><Relationship Id="rId51" Type="http://schemas.openxmlformats.org/officeDocument/2006/relationships/image" Target="../media/image67.png"/><Relationship Id="rId3" Type="http://schemas.openxmlformats.org/officeDocument/2006/relationships/image" Target="../media/image41.png"/><Relationship Id="rId12" Type="http://schemas.openxmlformats.org/officeDocument/2006/relationships/customXml" Target="../ink/ink51.xml"/><Relationship Id="rId17" Type="http://schemas.openxmlformats.org/officeDocument/2006/relationships/image" Target="../media/image48.png"/><Relationship Id="rId25" Type="http://schemas.openxmlformats.org/officeDocument/2006/relationships/image" Target="../media/image53.png"/><Relationship Id="rId33" Type="http://schemas.openxmlformats.org/officeDocument/2006/relationships/image" Target="../media/image57.png"/><Relationship Id="rId38" Type="http://schemas.openxmlformats.org/officeDocument/2006/relationships/customXml" Target="../ink/ink64.xml"/><Relationship Id="rId46" Type="http://schemas.openxmlformats.org/officeDocument/2006/relationships/customXml" Target="../ink/ink68.xml"/><Relationship Id="rId59" Type="http://schemas.openxmlformats.org/officeDocument/2006/relationships/image" Target="../media/image71.png"/><Relationship Id="rId67" Type="http://schemas.openxmlformats.org/officeDocument/2006/relationships/image" Target="../media/image75.png"/><Relationship Id="rId20" Type="http://schemas.openxmlformats.org/officeDocument/2006/relationships/customXml" Target="../ink/ink55.xml"/><Relationship Id="rId41" Type="http://schemas.openxmlformats.org/officeDocument/2006/relationships/image" Target="../media/image62.png"/><Relationship Id="rId54" Type="http://schemas.openxmlformats.org/officeDocument/2006/relationships/customXml" Target="../ink/ink72.xml"/><Relationship Id="rId62" Type="http://schemas.openxmlformats.org/officeDocument/2006/relationships/customXml" Target="../ink/ink76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8.xml"/><Relationship Id="rId15" Type="http://schemas.openxmlformats.org/officeDocument/2006/relationships/image" Target="../media/image47.png"/><Relationship Id="rId23" Type="http://schemas.openxmlformats.org/officeDocument/2006/relationships/image" Target="../media/image52.png"/><Relationship Id="rId28" Type="http://schemas.openxmlformats.org/officeDocument/2006/relationships/customXml" Target="../ink/ink59.xml"/><Relationship Id="rId36" Type="http://schemas.openxmlformats.org/officeDocument/2006/relationships/customXml" Target="../ink/ink63.xml"/><Relationship Id="rId49" Type="http://schemas.openxmlformats.org/officeDocument/2006/relationships/image" Target="../media/image66.png"/><Relationship Id="rId57" Type="http://schemas.openxmlformats.org/officeDocument/2006/relationships/image" Target="../media/image70.png"/><Relationship Id="rId10" Type="http://schemas.openxmlformats.org/officeDocument/2006/relationships/customXml" Target="../ink/ink50.xml"/><Relationship Id="rId31" Type="http://schemas.openxmlformats.org/officeDocument/2006/relationships/image" Target="../media/image56.png"/><Relationship Id="rId44" Type="http://schemas.openxmlformats.org/officeDocument/2006/relationships/customXml" Target="../ink/ink67.xml"/><Relationship Id="rId52" Type="http://schemas.openxmlformats.org/officeDocument/2006/relationships/customXml" Target="../ink/ink71.xml"/><Relationship Id="rId60" Type="http://schemas.openxmlformats.org/officeDocument/2006/relationships/customXml" Target="../ink/ink75.xml"/><Relationship Id="rId65" Type="http://schemas.openxmlformats.org/officeDocument/2006/relationships/image" Target="../media/image74.png"/><Relationship Id="rId4" Type="http://schemas.openxmlformats.org/officeDocument/2006/relationships/customXml" Target="../ink/ink47.xml"/><Relationship Id="rId9" Type="http://schemas.openxmlformats.org/officeDocument/2006/relationships/image" Target="../media/image44.png"/><Relationship Id="rId13" Type="http://schemas.openxmlformats.org/officeDocument/2006/relationships/image" Target="../media/image46.png"/><Relationship Id="rId18" Type="http://schemas.openxmlformats.org/officeDocument/2006/relationships/customXml" Target="../ink/ink54.xml"/><Relationship Id="rId39" Type="http://schemas.openxmlformats.org/officeDocument/2006/relationships/image" Target="../media/image6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11944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93272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3BD1B9A-7217-0DFD-D674-1AC1B468703F}"/>
              </a:ext>
            </a:extLst>
          </p:cNvPr>
          <p:cNvSpPr txBox="1"/>
          <p:nvPr/>
        </p:nvSpPr>
        <p:spPr>
          <a:xfrm>
            <a:off x="4110035" y="3581279"/>
            <a:ext cx="5757865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/>
              <a:t>Data with non-centered residuals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/>
              <a:t>Repeated measures sampling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/>
              <a:t>Mapping/census vs sampling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05188C-FB56-6D5C-57F7-F09714B2D498}"/>
              </a:ext>
            </a:extLst>
          </p:cNvPr>
          <p:cNvSpPr txBox="1"/>
          <p:nvPr/>
        </p:nvSpPr>
        <p:spPr>
          <a:xfrm>
            <a:off x="2205037" y="500002"/>
            <a:ext cx="81057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Linear Regression with Transients</a:t>
            </a:r>
          </a:p>
          <a:p>
            <a:pPr algn="ctr"/>
            <a:endParaRPr lang="en-US" sz="2400" dirty="0"/>
          </a:p>
          <a:p>
            <a:pPr algn="ctr"/>
            <a:r>
              <a:rPr lang="en-US" sz="2400" dirty="0"/>
              <a:t>Linear Regression with Non-Compliant Data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67618A-B33C-B462-7CB7-1374BE68FBDD}"/>
              </a:ext>
            </a:extLst>
          </p:cNvPr>
          <p:cNvSpPr txBox="1"/>
          <p:nvPr/>
        </p:nvSpPr>
        <p:spPr>
          <a:xfrm>
            <a:off x="2381053" y="2907389"/>
            <a:ext cx="7229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 modelling study of different </a:t>
            </a:r>
            <a:r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survey designs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49605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CB66C2-B6D3-6533-B96D-C67AF6E15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2E273AB-B799-DA68-8028-1852DD4F211E}"/>
              </a:ext>
            </a:extLst>
          </p:cNvPr>
          <p:cNvSpPr txBox="1"/>
          <p:nvPr/>
        </p:nvSpPr>
        <p:spPr>
          <a:xfrm>
            <a:off x="2205037" y="500002"/>
            <a:ext cx="81057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Linear Regression with Non-Linear Data</a:t>
            </a:r>
          </a:p>
          <a:p>
            <a:pPr algn="ctr"/>
            <a:endParaRPr lang="en-US" sz="2400" dirty="0"/>
          </a:p>
          <a:p>
            <a:pPr algn="ctr"/>
            <a:r>
              <a:rPr lang="en-US" sz="2400" dirty="0"/>
              <a:t>The Linear Component of Non-Linear 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CC2618-48C2-4A79-8F91-BA4C1D4A5097}"/>
              </a:ext>
            </a:extLst>
          </p:cNvPr>
          <p:cNvSpPr txBox="1"/>
          <p:nvPr/>
        </p:nvSpPr>
        <p:spPr>
          <a:xfrm>
            <a:off x="2481262" y="2129673"/>
            <a:ext cx="7229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 modelling study of different survey designs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02C26F-E8C0-C7E8-A57C-44AF581E88B9}"/>
              </a:ext>
            </a:extLst>
          </p:cNvPr>
          <p:cNvSpPr txBox="1"/>
          <p:nvPr/>
        </p:nvSpPr>
        <p:spPr>
          <a:xfrm>
            <a:off x="2205036" y="3331294"/>
            <a:ext cx="8217045" cy="1723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 fontAlgn="base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0C0D0E"/>
                </a:solidFill>
                <a:effectLst/>
                <a:latin typeface="inherit"/>
              </a:rPr>
              <a:t>Pearson Correlation Coefficient measures the linear correlation between two sets of data</a:t>
            </a:r>
          </a:p>
          <a:p>
            <a:pPr marL="285750" indent="-285750" algn="l" fontAlgn="base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0C0D0E"/>
                </a:solidFill>
                <a:effectLst/>
                <a:latin typeface="inherit"/>
              </a:rPr>
              <a:t>Spearman's Correlation measures the "monocity" between two sets of data (e.g. do they both increase and decrease at the same time?)</a:t>
            </a:r>
          </a:p>
          <a:p>
            <a:pPr marL="285750" indent="-285750" algn="l" fontAlgn="base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0C0D0E"/>
                </a:solidFill>
                <a:effectLst/>
                <a:latin typeface="inherit"/>
              </a:rPr>
              <a:t>Kendall's Tau measures the ordinal association between two sets of data - supposedly Kendall's Tau is similar to the Spearman Correlation, but Kendall's Tau has a more logical confidence intervals.</a:t>
            </a:r>
          </a:p>
        </p:txBody>
      </p:sp>
    </p:spTree>
    <p:extLst>
      <p:ext uri="{BB962C8B-B14F-4D97-AF65-F5344CB8AC3E}">
        <p14:creationId xmlns:p14="http://schemas.microsoft.com/office/powerpoint/2010/main" val="3070295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6174C89-51BB-C51A-D093-2632A08C6807}"/>
              </a:ext>
            </a:extLst>
          </p:cNvPr>
          <p:cNvSpPr/>
          <p:nvPr/>
        </p:nvSpPr>
        <p:spPr>
          <a:xfrm>
            <a:off x="2265218" y="935181"/>
            <a:ext cx="1371600" cy="6546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Get uniform x </a:t>
            </a:r>
            <a:r>
              <a:rPr lang="en-US" sz="11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(n=100) add index</a:t>
            </a:r>
            <a:endParaRPr lang="en-US" sz="14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CEF261-9426-E742-F9B5-E7FA53260FCF}"/>
              </a:ext>
            </a:extLst>
          </p:cNvPr>
          <p:cNvSpPr txBox="1"/>
          <p:nvPr/>
        </p:nvSpPr>
        <p:spPr>
          <a:xfrm>
            <a:off x="592282" y="754663"/>
            <a:ext cx="841663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Prms</a:t>
            </a:r>
            <a:r>
              <a:rPr lang="en-US" dirty="0"/>
              <a:t>:</a:t>
            </a:r>
          </a:p>
          <a:p>
            <a:r>
              <a:rPr lang="en-US" sz="1400" dirty="0"/>
              <a:t>X range</a:t>
            </a:r>
          </a:p>
          <a:p>
            <a:r>
              <a:rPr lang="en-US" sz="1400" dirty="0"/>
              <a:t>Y stdev</a:t>
            </a:r>
          </a:p>
          <a:p>
            <a:r>
              <a:rPr lang="en-US" sz="1400" dirty="0"/>
              <a:t>Trend </a:t>
            </a:r>
          </a:p>
          <a:p>
            <a:r>
              <a:rPr lang="en-US" sz="1400" dirty="0"/>
              <a:t>N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F2A9B69-EE77-1C66-19FA-BE1BCE7C8D6E}"/>
              </a:ext>
            </a:extLst>
          </p:cNvPr>
          <p:cNvSpPr/>
          <p:nvPr/>
        </p:nvSpPr>
        <p:spPr>
          <a:xfrm>
            <a:off x="4287982" y="935181"/>
            <a:ext cx="1371600" cy="6546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Get y values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D36DE04-A776-4289-8D61-E294B3FFC974}"/>
              </a:ext>
            </a:extLst>
          </p:cNvPr>
          <p:cNvCxnSpPr>
            <a:cxnSpLocks/>
            <a:stCxn id="3" idx="3"/>
            <a:endCxn id="2" idx="1"/>
          </p:cNvCxnSpPr>
          <p:nvPr/>
        </p:nvCxnSpPr>
        <p:spPr>
          <a:xfrm flipV="1">
            <a:off x="1433945" y="1262495"/>
            <a:ext cx="831273" cy="1077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B2EF51D-C6FC-8E16-954F-E58D41722046}"/>
              </a:ext>
            </a:extLst>
          </p:cNvPr>
          <p:cNvCxnSpPr>
            <a:stCxn id="2" idx="3"/>
            <a:endCxn id="4" idx="1"/>
          </p:cNvCxnSpPr>
          <p:nvPr/>
        </p:nvCxnSpPr>
        <p:spPr>
          <a:xfrm>
            <a:off x="3636818" y="1262495"/>
            <a:ext cx="6511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DD72313F-A2CD-0149-28B7-510BBA2F11DD}"/>
              </a:ext>
            </a:extLst>
          </p:cNvPr>
          <p:cNvSpPr/>
          <p:nvPr/>
        </p:nvSpPr>
        <p:spPr>
          <a:xfrm>
            <a:off x="6310746" y="935180"/>
            <a:ext cx="1371600" cy="6546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Graph</a:t>
            </a:r>
          </a:p>
          <a:p>
            <a:pPr algn="ctr"/>
            <a:r>
              <a:rPr lang="en-US" sz="10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(new solid, previous faded)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45EC7E8-1CC8-FD04-0883-9DB85B083BEF}"/>
              </a:ext>
            </a:extLst>
          </p:cNvPr>
          <p:cNvCxnSpPr>
            <a:stCxn id="4" idx="3"/>
            <a:endCxn id="16" idx="1"/>
          </p:cNvCxnSpPr>
          <p:nvPr/>
        </p:nvCxnSpPr>
        <p:spPr>
          <a:xfrm flipV="1">
            <a:off x="5659582" y="1262494"/>
            <a:ext cx="651164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9EA8535D-D24D-2A02-7BFF-428D4EDFD022}"/>
              </a:ext>
            </a:extLst>
          </p:cNvPr>
          <p:cNvCxnSpPr>
            <a:stCxn id="16" idx="2"/>
            <a:endCxn id="2" idx="2"/>
          </p:cNvCxnSpPr>
          <p:nvPr/>
        </p:nvCxnSpPr>
        <p:spPr>
          <a:xfrm rot="5400000">
            <a:off x="4973782" y="-432956"/>
            <a:ext cx="1" cy="4045528"/>
          </a:xfrm>
          <a:prstGeom prst="bentConnector3">
            <a:avLst>
              <a:gd name="adj1" fmla="val 2286010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FF3AA427-0254-50A9-3F42-5F99BDB55A68}"/>
              </a:ext>
            </a:extLst>
          </p:cNvPr>
          <p:cNvSpPr txBox="1"/>
          <p:nvPr/>
        </p:nvSpPr>
        <p:spPr>
          <a:xfrm>
            <a:off x="1421825" y="3065317"/>
            <a:ext cx="67644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UnifX_NormY</a:t>
            </a:r>
            <a:r>
              <a:rPr lang="en-US" dirty="0"/>
              <a:t>( xrange, ystdev, trend_int, trend_slope, N)</a:t>
            </a:r>
          </a:p>
          <a:p>
            <a:endParaRPr lang="en-US" dirty="0"/>
          </a:p>
          <a:p>
            <a:r>
              <a:rPr lang="en-US" dirty="0"/>
              <a:t>Returns data frame  </a:t>
            </a:r>
            <a:r>
              <a:rPr lang="en-US" dirty="0" err="1"/>
              <a:t>i</a:t>
            </a:r>
            <a:r>
              <a:rPr lang="en-US" dirty="0"/>
              <a:t>, x, y for </a:t>
            </a:r>
            <a:r>
              <a:rPr lang="en-US" dirty="0" err="1"/>
              <a:t>i</a:t>
            </a:r>
            <a:r>
              <a:rPr lang="en-US" dirty="0"/>
              <a:t>=1,N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8CC8020-04A3-08DC-797F-8A08AD3A55F6}"/>
              </a:ext>
            </a:extLst>
          </p:cNvPr>
          <p:cNvSpPr txBox="1"/>
          <p:nvPr/>
        </p:nvSpPr>
        <p:spPr>
          <a:xfrm>
            <a:off x="8186307" y="1884624"/>
            <a:ext cx="5732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png</a:t>
            </a:r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A4B853C-8EDD-6ED4-EA0F-5F0A9C2F88E0}"/>
              </a:ext>
            </a:extLst>
          </p:cNvPr>
          <p:cNvSpPr/>
          <p:nvPr/>
        </p:nvSpPr>
        <p:spPr>
          <a:xfrm>
            <a:off x="9632373" y="1741976"/>
            <a:ext cx="1371600" cy="6546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Video</a:t>
            </a:r>
            <a:endParaRPr lang="en-US" sz="10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71BA3322-3445-4009-FA12-626657F195E7}"/>
              </a:ext>
            </a:extLst>
          </p:cNvPr>
          <p:cNvCxnSpPr>
            <a:cxnSpLocks/>
            <a:endCxn id="22" idx="1"/>
          </p:cNvCxnSpPr>
          <p:nvPr/>
        </p:nvCxnSpPr>
        <p:spPr>
          <a:xfrm>
            <a:off x="7439891" y="1589807"/>
            <a:ext cx="746416" cy="479483"/>
          </a:xfrm>
          <a:prstGeom prst="bentConnector3">
            <a:avLst>
              <a:gd name="adj1" fmla="val 266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3252722-3CD6-F3B1-DC8A-A119B51080D7}"/>
              </a:ext>
            </a:extLst>
          </p:cNvPr>
          <p:cNvCxnSpPr>
            <a:cxnSpLocks/>
            <a:stCxn id="22" idx="3"/>
            <a:endCxn id="23" idx="1"/>
          </p:cNvCxnSpPr>
          <p:nvPr/>
        </p:nvCxnSpPr>
        <p:spPr>
          <a:xfrm>
            <a:off x="8759537" y="2069290"/>
            <a:ext cx="87283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28740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C4B194-F3EE-98B5-68C2-6BD3509A5BDD}"/>
              </a:ext>
            </a:extLst>
          </p:cNvPr>
          <p:cNvSpPr txBox="1"/>
          <p:nvPr/>
        </p:nvSpPr>
        <p:spPr>
          <a:xfrm>
            <a:off x="1465118" y="675409"/>
            <a:ext cx="86868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Time series simulator</a:t>
            </a:r>
          </a:p>
          <a:p>
            <a:r>
              <a:rPr lang="en-US" dirty="0"/>
              <a:t>Linear, non-linear (polynomial, exponential, logarithmic), transient</a:t>
            </a:r>
          </a:p>
          <a:p>
            <a:endParaRPr lang="en-US" dirty="0"/>
          </a:p>
          <a:p>
            <a:r>
              <a:rPr lang="en-US" dirty="0"/>
              <a:t>Test linear component detection</a:t>
            </a:r>
          </a:p>
          <a:p>
            <a:r>
              <a:rPr lang="en-US" dirty="0"/>
              <a:t>Slope significance (OLS)</a:t>
            </a:r>
          </a:p>
          <a:p>
            <a:r>
              <a:rPr lang="en-US" dirty="0"/>
              <a:t>Spearman’s </a:t>
            </a:r>
          </a:p>
          <a:p>
            <a:r>
              <a:rPr lang="en-US" dirty="0"/>
              <a:t>Pearson’s</a:t>
            </a:r>
          </a:p>
          <a:p>
            <a:r>
              <a:rPr lang="en-US" dirty="0"/>
              <a:t>Kendall’s Tau</a:t>
            </a:r>
          </a:p>
          <a:p>
            <a:r>
              <a:rPr lang="en-US" dirty="0"/>
              <a:t>Linear term of polynomial regression</a:t>
            </a:r>
          </a:p>
        </p:txBody>
      </p:sp>
    </p:spTree>
    <p:extLst>
      <p:ext uri="{BB962C8B-B14F-4D97-AF65-F5344CB8AC3E}">
        <p14:creationId xmlns:p14="http://schemas.microsoft.com/office/powerpoint/2010/main" val="5362129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FD64DAE-7A7E-C617-4B35-98FA639D1B1D}"/>
              </a:ext>
            </a:extLst>
          </p:cNvPr>
          <p:cNvSpPr txBox="1"/>
          <p:nvPr/>
        </p:nvSpPr>
        <p:spPr>
          <a:xfrm>
            <a:off x="642259" y="408889"/>
            <a:ext cx="2908525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Simulate initial base population (N) </a:t>
            </a:r>
          </a:p>
          <a:p>
            <a:pPr marL="45720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Normal (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CV</a:t>
            </a:r>
            <a:r>
              <a:rPr lang="en-US" sz="1200" baseline="-25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pop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</a:p>
          <a:p>
            <a:pPr marL="45720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Lognormal</a:t>
            </a:r>
          </a:p>
          <a:p>
            <a:pPr marL="45720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Wei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bull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5DC243-46F2-EAC7-B85F-06870BF90E42}"/>
              </a:ext>
            </a:extLst>
          </p:cNvPr>
          <p:cNvSpPr txBox="1"/>
          <p:nvPr/>
        </p:nvSpPr>
        <p:spPr>
          <a:xfrm>
            <a:off x="4543428" y="408889"/>
            <a:ext cx="422909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Simulate population trend over time (30 occasions)</a:t>
            </a:r>
          </a:p>
          <a:p>
            <a:pPr marL="457200" indent="-228600">
              <a:buFont typeface="+mj-lt"/>
              <a:buAutoNum type="arabicPeriod"/>
            </a:pP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No trend</a:t>
            </a:r>
          </a:p>
          <a:p>
            <a:pPr marL="457200" indent="-228600">
              <a:buFont typeface="+mj-lt"/>
              <a:buAutoNum type="arabicPeriod"/>
            </a:pP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Gradient of trend magnitudes</a:t>
            </a:r>
          </a:p>
          <a:p>
            <a:pPr marL="457200" indent="-228600">
              <a:buFont typeface="+mj-lt"/>
              <a:buAutoNum type="arabicPeriod"/>
            </a:pP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Non-linear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D4CF89-AF24-0CCF-6C77-5135EFE28FCA}"/>
              </a:ext>
            </a:extLst>
          </p:cNvPr>
          <p:cNvSpPr txBox="1"/>
          <p:nvPr/>
        </p:nvSpPr>
        <p:spPr>
          <a:xfrm>
            <a:off x="4262439" y="4406191"/>
            <a:ext cx="16002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Sampling (n)</a:t>
            </a:r>
          </a:p>
          <a:p>
            <a:r>
              <a:rPr lang="en-US" sz="1200" dirty="0"/>
              <a:t>(repeated measures, longitudinal,</a:t>
            </a:r>
          </a:p>
          <a:p>
            <a:r>
              <a:rPr lang="en-US" sz="1200" dirty="0"/>
              <a:t>0% sample rotation,</a:t>
            </a:r>
          </a:p>
          <a:p>
            <a:r>
              <a:rPr lang="en-US" sz="1200" dirty="0"/>
              <a:t>Fixed/repeat sample)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837DCF-A135-0147-06B1-B36206738B6B}"/>
              </a:ext>
            </a:extLst>
          </p:cNvPr>
          <p:cNvSpPr txBox="1"/>
          <p:nvPr/>
        </p:nvSpPr>
        <p:spPr>
          <a:xfrm>
            <a:off x="2028821" y="2451809"/>
            <a:ext cx="24479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Comprehensive surveys</a:t>
            </a:r>
          </a:p>
          <a:p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(census of all units)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E5790B-0115-56EE-A15C-0D42E28CCF92}"/>
              </a:ext>
            </a:extLst>
          </p:cNvPr>
          <p:cNvSpPr txBox="1"/>
          <p:nvPr/>
        </p:nvSpPr>
        <p:spPr>
          <a:xfrm>
            <a:off x="9847266" y="4406191"/>
            <a:ext cx="1905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Sampling (n)</a:t>
            </a:r>
          </a:p>
          <a:p>
            <a:r>
              <a:rPr lang="en-US" sz="1200" dirty="0"/>
              <a:t>(independent samples, cross-sectional,</a:t>
            </a:r>
          </a:p>
          <a:p>
            <a:r>
              <a:rPr lang="en-US" sz="1200" dirty="0"/>
              <a:t>100% sample rotation,</a:t>
            </a:r>
          </a:p>
          <a:p>
            <a:r>
              <a:rPr lang="en-US" sz="1200" dirty="0"/>
              <a:t>New draw sample)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A0959F-6932-256A-DDCD-07D408CFFD05}"/>
              </a:ext>
            </a:extLst>
          </p:cNvPr>
          <p:cNvSpPr txBox="1"/>
          <p:nvPr/>
        </p:nvSpPr>
        <p:spPr>
          <a:xfrm>
            <a:off x="9427030" y="240939"/>
            <a:ext cx="2764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CVpop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:  A  :  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Cvsamp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(n)  :  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CVmeas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196143-2BA8-D546-7499-730ACDFBB3A7}"/>
              </a:ext>
            </a:extLst>
          </p:cNvPr>
          <p:cNvSpPr txBox="1"/>
          <p:nvPr/>
        </p:nvSpPr>
        <p:spPr>
          <a:xfrm>
            <a:off x="4262439" y="5891131"/>
            <a:ext cx="1600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Measurement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F49C1C-9529-88B2-0A03-BE1B6AADB14D}"/>
              </a:ext>
            </a:extLst>
          </p:cNvPr>
          <p:cNvSpPr txBox="1"/>
          <p:nvPr/>
        </p:nvSpPr>
        <p:spPr>
          <a:xfrm>
            <a:off x="9999666" y="5926595"/>
            <a:ext cx="1600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Measurement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AEBBBD7-73E6-B939-0961-54339DB421C4}"/>
              </a:ext>
            </a:extLst>
          </p:cNvPr>
          <p:cNvSpPr txBox="1"/>
          <p:nvPr/>
        </p:nvSpPr>
        <p:spPr>
          <a:xfrm>
            <a:off x="1228721" y="4730427"/>
            <a:ext cx="1600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Measurement 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CV</a:t>
            </a:r>
            <a:r>
              <a:rPr lang="en-US" sz="1200" baseline="-25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meas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BF16656-141F-A55D-CEF7-960271C5E5F0}"/>
              </a:ext>
            </a:extLst>
          </p:cNvPr>
          <p:cNvSpPr txBox="1"/>
          <p:nvPr/>
        </p:nvSpPr>
        <p:spPr>
          <a:xfrm>
            <a:off x="7929562" y="1456657"/>
            <a:ext cx="318135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Transient perturbation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4yr: down-neutral-up-neutral</a:t>
            </a:r>
          </a:p>
          <a:p>
            <a:pPr marL="174625" lvl="1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Amplitude: 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1D957F-889F-9FE1-EECF-5CF47FFB882B}"/>
              </a:ext>
            </a:extLst>
          </p:cNvPr>
          <p:cNvSpPr txBox="1"/>
          <p:nvPr/>
        </p:nvSpPr>
        <p:spPr>
          <a:xfrm>
            <a:off x="6731002" y="4455476"/>
            <a:ext cx="2162403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Sampling (n)</a:t>
            </a:r>
          </a:p>
          <a:p>
            <a:r>
              <a:rPr lang="en-US" sz="1200" dirty="0"/>
              <a:t>(partial sample replacement, 20% sample rotation,</a:t>
            </a:r>
          </a:p>
          <a:p>
            <a:r>
              <a:rPr lang="en-US" sz="1200" dirty="0"/>
              <a:t>5-yr panel retention)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3402DB-8149-9911-C8B1-2FADB5869B99}"/>
              </a:ext>
            </a:extLst>
          </p:cNvPr>
          <p:cNvSpPr txBox="1"/>
          <p:nvPr/>
        </p:nvSpPr>
        <p:spPr>
          <a:xfrm>
            <a:off x="7012103" y="5917874"/>
            <a:ext cx="1600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Measurement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72A2439-F070-E4F8-0AD0-72B291679D7C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 flipV="1">
            <a:off x="3550784" y="839776"/>
            <a:ext cx="992644" cy="15389"/>
          </a:xfrm>
          <a:prstGeom prst="straightConnector1">
            <a:avLst/>
          </a:prstGeom>
          <a:ln w="28575"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6E9C5F8-831B-C951-1ED4-7D59B73E96C6}"/>
              </a:ext>
            </a:extLst>
          </p:cNvPr>
          <p:cNvCxnSpPr>
            <a:cxnSpLocks/>
            <a:endCxn id="7" idx="0"/>
          </p:cNvCxnSpPr>
          <p:nvPr/>
        </p:nvCxnSpPr>
        <p:spPr>
          <a:xfrm flipH="1">
            <a:off x="3252784" y="2006442"/>
            <a:ext cx="2543375" cy="445367"/>
          </a:xfrm>
          <a:prstGeom prst="straightConnector1">
            <a:avLst/>
          </a:prstGeom>
          <a:ln w="28575"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8FE49B0-A2B2-ADCB-DFEB-2B2062EF15D6}"/>
              </a:ext>
            </a:extLst>
          </p:cNvPr>
          <p:cNvCxnSpPr>
            <a:cxnSpLocks/>
            <a:stCxn id="17" idx="2"/>
            <a:endCxn id="6" idx="0"/>
          </p:cNvCxnSpPr>
          <p:nvPr/>
        </p:nvCxnSpPr>
        <p:spPr>
          <a:xfrm flipH="1">
            <a:off x="5062539" y="3178372"/>
            <a:ext cx="2062248" cy="1227819"/>
          </a:xfrm>
          <a:prstGeom prst="straightConnector1">
            <a:avLst/>
          </a:prstGeom>
          <a:ln w="28575"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D9DE52A-C31D-7279-03A1-C96653429130}"/>
              </a:ext>
            </a:extLst>
          </p:cNvPr>
          <p:cNvCxnSpPr>
            <a:cxnSpLocks/>
            <a:stCxn id="17" idx="2"/>
            <a:endCxn id="3" idx="0"/>
          </p:cNvCxnSpPr>
          <p:nvPr/>
        </p:nvCxnSpPr>
        <p:spPr>
          <a:xfrm>
            <a:off x="7124787" y="3178372"/>
            <a:ext cx="687417" cy="1277104"/>
          </a:xfrm>
          <a:prstGeom prst="straightConnector1">
            <a:avLst/>
          </a:prstGeom>
          <a:ln w="28575"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0B984E5-FB95-DC8A-C6A4-A39EA3E2E426}"/>
              </a:ext>
            </a:extLst>
          </p:cNvPr>
          <p:cNvCxnSpPr>
            <a:cxnSpLocks/>
            <a:stCxn id="17" idx="2"/>
            <a:endCxn id="8" idx="0"/>
          </p:cNvCxnSpPr>
          <p:nvPr/>
        </p:nvCxnSpPr>
        <p:spPr>
          <a:xfrm>
            <a:off x="7124787" y="3178372"/>
            <a:ext cx="3674979" cy="1227819"/>
          </a:xfrm>
          <a:prstGeom prst="straightConnector1">
            <a:avLst/>
          </a:prstGeom>
          <a:ln w="28575"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647A1BE-CAD9-181A-FD9B-D09606ECE3C2}"/>
              </a:ext>
            </a:extLst>
          </p:cNvPr>
          <p:cNvCxnSpPr>
            <a:cxnSpLocks/>
          </p:cNvCxnSpPr>
          <p:nvPr/>
        </p:nvCxnSpPr>
        <p:spPr>
          <a:xfrm>
            <a:off x="5796159" y="1270663"/>
            <a:ext cx="0" cy="727722"/>
          </a:xfrm>
          <a:prstGeom prst="straightConnector1">
            <a:avLst/>
          </a:prstGeom>
          <a:ln w="28575">
            <a:tailEnd type="oval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A75F3DF-F247-9D60-CECB-FAB0C999F710}"/>
              </a:ext>
            </a:extLst>
          </p:cNvPr>
          <p:cNvCxnSpPr>
            <a:cxnSpLocks/>
            <a:stCxn id="2" idx="1"/>
          </p:cNvCxnSpPr>
          <p:nvPr/>
        </p:nvCxnSpPr>
        <p:spPr>
          <a:xfrm flipH="1" flipV="1">
            <a:off x="5862639" y="1693432"/>
            <a:ext cx="2066923" cy="101779"/>
          </a:xfrm>
          <a:prstGeom prst="straightConnector1">
            <a:avLst/>
          </a:prstGeom>
          <a:ln w="28575">
            <a:solidFill>
              <a:schemeClr val="accent1">
                <a:lumMod val="60000"/>
                <a:lumOff val="40000"/>
              </a:schemeClr>
            </a:solidFill>
            <a:prstDash val="sysDash"/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CA0F81D4-F6EA-4889-E1F8-258C0A6E7588}"/>
              </a:ext>
            </a:extLst>
          </p:cNvPr>
          <p:cNvCxnSpPr>
            <a:cxnSpLocks/>
            <a:stCxn id="7" idx="2"/>
            <a:endCxn id="13" idx="0"/>
          </p:cNvCxnSpPr>
          <p:nvPr/>
        </p:nvCxnSpPr>
        <p:spPr>
          <a:xfrm flipH="1">
            <a:off x="2028821" y="2975029"/>
            <a:ext cx="1223963" cy="1755398"/>
          </a:xfrm>
          <a:prstGeom prst="straightConnector1">
            <a:avLst/>
          </a:prstGeom>
          <a:ln w="28575"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1D35CA0E-B1D7-FBB6-52B1-E28A76CA9BBD}"/>
              </a:ext>
            </a:extLst>
          </p:cNvPr>
          <p:cNvCxnSpPr>
            <a:cxnSpLocks/>
            <a:stCxn id="8" idx="2"/>
            <a:endCxn id="12" idx="0"/>
          </p:cNvCxnSpPr>
          <p:nvPr/>
        </p:nvCxnSpPr>
        <p:spPr>
          <a:xfrm>
            <a:off x="10799766" y="5483409"/>
            <a:ext cx="0" cy="443186"/>
          </a:xfrm>
          <a:prstGeom prst="straightConnector1">
            <a:avLst/>
          </a:prstGeom>
          <a:ln w="28575"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CC671B3-C219-88E6-DD39-A4D78D7D77A9}"/>
              </a:ext>
            </a:extLst>
          </p:cNvPr>
          <p:cNvCxnSpPr>
            <a:cxnSpLocks/>
            <a:stCxn id="3" idx="2"/>
            <a:endCxn id="14" idx="0"/>
          </p:cNvCxnSpPr>
          <p:nvPr/>
        </p:nvCxnSpPr>
        <p:spPr>
          <a:xfrm flipH="1">
            <a:off x="7812203" y="5348028"/>
            <a:ext cx="1" cy="569846"/>
          </a:xfrm>
          <a:prstGeom prst="straightConnector1">
            <a:avLst/>
          </a:prstGeom>
          <a:ln w="28575"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63855DF8-ECAD-9258-4CC6-9E2EA013F21A}"/>
              </a:ext>
            </a:extLst>
          </p:cNvPr>
          <p:cNvCxnSpPr>
            <a:cxnSpLocks/>
            <a:stCxn id="6" idx="2"/>
            <a:endCxn id="11" idx="0"/>
          </p:cNvCxnSpPr>
          <p:nvPr/>
        </p:nvCxnSpPr>
        <p:spPr>
          <a:xfrm>
            <a:off x="5062539" y="5483409"/>
            <a:ext cx="0" cy="407722"/>
          </a:xfrm>
          <a:prstGeom prst="straightConnector1">
            <a:avLst/>
          </a:prstGeom>
          <a:ln w="28575"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AEB25E7-4C93-EE26-818C-83C40F5EC587}"/>
              </a:ext>
            </a:extLst>
          </p:cNvPr>
          <p:cNvSpPr txBox="1"/>
          <p:nvPr/>
        </p:nvSpPr>
        <p:spPr>
          <a:xfrm>
            <a:off x="6437371" y="2470486"/>
            <a:ext cx="1374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Sampling</a:t>
            </a:r>
          </a:p>
          <a:p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(estimation from random samples)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7D0D8FC-1302-1F93-4018-04297173B5E4}"/>
              </a:ext>
            </a:extLst>
          </p:cNvPr>
          <p:cNvCxnSpPr>
            <a:cxnSpLocks/>
            <a:endCxn id="17" idx="0"/>
          </p:cNvCxnSpPr>
          <p:nvPr/>
        </p:nvCxnSpPr>
        <p:spPr>
          <a:xfrm>
            <a:off x="5796159" y="2010606"/>
            <a:ext cx="1328628" cy="459880"/>
          </a:xfrm>
          <a:prstGeom prst="straightConnector1">
            <a:avLst/>
          </a:prstGeom>
          <a:ln w="28575"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17905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3FCF79B-BF83-3F33-CAF2-A83457821820}"/>
              </a:ext>
            </a:extLst>
          </p:cNvPr>
          <p:cNvSpPr txBox="1"/>
          <p:nvPr/>
        </p:nvSpPr>
        <p:spPr>
          <a:xfrm>
            <a:off x="933452" y="737753"/>
            <a:ext cx="67644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UnifX_NormY</a:t>
            </a:r>
            <a:r>
              <a:rPr lang="en-US" dirty="0"/>
              <a:t>( </a:t>
            </a:r>
            <a:r>
              <a:rPr lang="en-US" dirty="0" err="1"/>
              <a:t>xLo</a:t>
            </a:r>
            <a:r>
              <a:rPr lang="en-US" dirty="0"/>
              <a:t>, </a:t>
            </a:r>
            <a:r>
              <a:rPr lang="en-US" dirty="0" err="1"/>
              <a:t>xHi</a:t>
            </a:r>
            <a:r>
              <a:rPr lang="en-US" dirty="0"/>
              <a:t>, ystdev, trend_int, trend_slope, N)</a:t>
            </a:r>
          </a:p>
          <a:p>
            <a:endParaRPr lang="en-US" dirty="0"/>
          </a:p>
          <a:p>
            <a:r>
              <a:rPr lang="en-US" dirty="0"/>
              <a:t>Returns data frame  x, y for </a:t>
            </a:r>
            <a:r>
              <a:rPr lang="en-US" dirty="0" err="1"/>
              <a:t>i</a:t>
            </a:r>
            <a:r>
              <a:rPr lang="en-US" dirty="0"/>
              <a:t>=1,N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0C5A88-7C7D-5CA2-BB76-C07452405EF7}"/>
              </a:ext>
            </a:extLst>
          </p:cNvPr>
          <p:cNvSpPr txBox="1"/>
          <p:nvPr/>
        </p:nvSpPr>
        <p:spPr>
          <a:xfrm>
            <a:off x="1122218" y="2358736"/>
            <a:ext cx="78243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initialize data frame </a:t>
            </a:r>
            <a:r>
              <a:rPr lang="en-US" dirty="0" err="1"/>
              <a:t>simData</a:t>
            </a:r>
            <a:r>
              <a:rPr lang="en-US" dirty="0"/>
              <a:t>[x = uniform(</a:t>
            </a:r>
            <a:r>
              <a:rPr lang="en-US" dirty="0" err="1"/>
              <a:t>xlo,xhi,N</a:t>
            </a:r>
            <a:r>
              <a:rPr lang="en-US" dirty="0"/>
              <a:t>),</a:t>
            </a:r>
          </a:p>
          <a:p>
            <a:r>
              <a:rPr lang="en-US" dirty="0"/>
              <a:t> 				y = mx + b</a:t>
            </a:r>
          </a:p>
        </p:txBody>
      </p:sp>
    </p:spTree>
    <p:extLst>
      <p:ext uri="{BB962C8B-B14F-4D97-AF65-F5344CB8AC3E}">
        <p14:creationId xmlns:p14="http://schemas.microsoft.com/office/powerpoint/2010/main" val="24387749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6A3BBD93-8003-E04C-9397-269211CEE8B4}"/>
                  </a:ext>
                </a:extLst>
              </p14:cNvPr>
              <p14:cNvContentPartPr/>
              <p14:nvPr/>
            </p14:nvContentPartPr>
            <p14:xfrm>
              <a:off x="1596599" y="531266"/>
              <a:ext cx="614880" cy="6170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6A3BBD93-8003-E04C-9397-269211CEE8B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81479" y="516146"/>
                <a:ext cx="645480" cy="64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415828AE-2F66-D29C-C2FC-C648FF10FAF8}"/>
                  </a:ext>
                </a:extLst>
              </p14:cNvPr>
              <p14:cNvContentPartPr/>
              <p14:nvPr/>
            </p14:nvContentPartPr>
            <p14:xfrm>
              <a:off x="3105719" y="457106"/>
              <a:ext cx="388800" cy="39492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415828AE-2F66-D29C-C2FC-C648FF10FAF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090599" y="441986"/>
                <a:ext cx="419400" cy="42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5714D102-7A71-B118-7870-68F352366A9F}"/>
                  </a:ext>
                </a:extLst>
              </p14:cNvPr>
              <p14:cNvContentPartPr/>
              <p14:nvPr/>
            </p14:nvContentPartPr>
            <p14:xfrm>
              <a:off x="2262599" y="650426"/>
              <a:ext cx="288720" cy="2325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5714D102-7A71-B118-7870-68F352366A9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247119" y="635306"/>
                <a:ext cx="319320" cy="26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1877D990-2508-3245-41CC-9C492792FBC8}"/>
                  </a:ext>
                </a:extLst>
              </p14:cNvPr>
              <p14:cNvContentPartPr/>
              <p14:nvPr/>
            </p14:nvContentPartPr>
            <p14:xfrm>
              <a:off x="6595919" y="346226"/>
              <a:ext cx="1348920" cy="59760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1877D990-2508-3245-41CC-9C492792FBC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580803" y="331106"/>
                <a:ext cx="1379152" cy="62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B4DB56DD-D6ED-95AA-F61E-C9B6D8BE42E5}"/>
                  </a:ext>
                </a:extLst>
              </p14:cNvPr>
              <p14:cNvContentPartPr/>
              <p14:nvPr/>
            </p14:nvContentPartPr>
            <p14:xfrm>
              <a:off x="4036679" y="414266"/>
              <a:ext cx="2010240" cy="45576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B4DB56DD-D6ED-95AA-F61E-C9B6D8BE42E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021559" y="398786"/>
                <a:ext cx="2040840" cy="48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EAE4431B-D675-B413-FD30-B66D240CFECD}"/>
                  </a:ext>
                </a:extLst>
              </p14:cNvPr>
              <p14:cNvContentPartPr/>
              <p14:nvPr/>
            </p14:nvContentPartPr>
            <p14:xfrm>
              <a:off x="2057759" y="1795226"/>
              <a:ext cx="2304000" cy="155088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EAE4431B-D675-B413-FD30-B66D240CFECD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037239" y="1774706"/>
                <a:ext cx="2344680" cy="159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B465E18C-B00A-16A2-EE27-4D69EF012350}"/>
                  </a:ext>
                </a:extLst>
              </p14:cNvPr>
              <p14:cNvContentPartPr/>
              <p14:nvPr/>
            </p14:nvContentPartPr>
            <p14:xfrm>
              <a:off x="5133959" y="2066306"/>
              <a:ext cx="12600" cy="15444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B465E18C-B00A-16A2-EE27-4D69EF012350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113799" y="2045786"/>
                <a:ext cx="53640" cy="19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DFA15337-DBFB-E1A4-1A25-662366BA2C1D}"/>
                  </a:ext>
                </a:extLst>
              </p14:cNvPr>
              <p14:cNvContentPartPr/>
              <p14:nvPr/>
            </p14:nvContentPartPr>
            <p14:xfrm>
              <a:off x="5263559" y="2054786"/>
              <a:ext cx="117360" cy="10440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DFA15337-DBFB-E1A4-1A25-662366BA2C1D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248439" y="2039306"/>
                <a:ext cx="147960" cy="13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D627E92F-1D1D-71BC-5D63-4851F543EB77}"/>
                  </a:ext>
                </a:extLst>
              </p14:cNvPr>
              <p14:cNvContentPartPr/>
              <p14:nvPr/>
            </p14:nvContentPartPr>
            <p14:xfrm>
              <a:off x="5485319" y="2072426"/>
              <a:ext cx="80640" cy="9900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D627E92F-1D1D-71BC-5D63-4851F543EB77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470199" y="2057306"/>
                <a:ext cx="110880" cy="12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F65FBBCD-DDE1-2A31-5141-3092946E5641}"/>
                  </a:ext>
                </a:extLst>
              </p14:cNvPr>
              <p14:cNvContentPartPr/>
              <p14:nvPr/>
            </p14:nvContentPartPr>
            <p14:xfrm>
              <a:off x="5651999" y="2023106"/>
              <a:ext cx="111240" cy="19080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F65FBBCD-DDE1-2A31-5141-3092946E5641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636519" y="2007986"/>
                <a:ext cx="141840" cy="22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E2F57D20-471A-49C0-A01D-16B79573A561}"/>
                  </a:ext>
                </a:extLst>
              </p14:cNvPr>
              <p14:cNvContentPartPr/>
              <p14:nvPr/>
            </p14:nvContentPartPr>
            <p14:xfrm>
              <a:off x="5855399" y="2047946"/>
              <a:ext cx="92880" cy="14220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E2F57D20-471A-49C0-A01D-16B79573A561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840279" y="2032466"/>
                <a:ext cx="123480" cy="17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F1394110-8623-EBD2-34E1-C8F299512BE0}"/>
                  </a:ext>
                </a:extLst>
              </p14:cNvPr>
              <p14:cNvContentPartPr/>
              <p14:nvPr/>
            </p14:nvContentPartPr>
            <p14:xfrm>
              <a:off x="6003359" y="2041826"/>
              <a:ext cx="179280" cy="14832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F1394110-8623-EBD2-34E1-C8F299512BE0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988239" y="2026346"/>
                <a:ext cx="209520" cy="17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7791C074-196F-DFD7-804B-C22DDB8D8B96}"/>
                  </a:ext>
                </a:extLst>
              </p14:cNvPr>
              <p14:cNvContentPartPr/>
              <p14:nvPr/>
            </p14:nvContentPartPr>
            <p14:xfrm>
              <a:off x="6194519" y="2042546"/>
              <a:ext cx="105120" cy="17244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7791C074-196F-DFD7-804B-C22DDB8D8B96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6179039" y="2027066"/>
                <a:ext cx="135720" cy="20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30F3F9F0-252F-20C9-C1D2-47274B712B68}"/>
                  </a:ext>
                </a:extLst>
              </p14:cNvPr>
              <p14:cNvContentPartPr/>
              <p14:nvPr/>
            </p14:nvContentPartPr>
            <p14:xfrm>
              <a:off x="6391799" y="2029226"/>
              <a:ext cx="25200" cy="16056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30F3F9F0-252F-20C9-C1D2-47274B712B68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6376319" y="2014106"/>
                <a:ext cx="55440" cy="19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77735BE8-32FD-409F-E967-72E6C426AA79}"/>
                  </a:ext>
                </a:extLst>
              </p14:cNvPr>
              <p14:cNvContentPartPr/>
              <p14:nvPr/>
            </p14:nvContentPartPr>
            <p14:xfrm>
              <a:off x="6465599" y="2035346"/>
              <a:ext cx="228600" cy="16056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77735BE8-32FD-409F-E967-72E6C426AA79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6450479" y="2020226"/>
                <a:ext cx="258840" cy="19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6428E221-977D-4B88-74FA-77D6F4D3097C}"/>
                  </a:ext>
                </a:extLst>
              </p14:cNvPr>
              <p14:cNvContentPartPr/>
              <p14:nvPr/>
            </p14:nvContentPartPr>
            <p14:xfrm>
              <a:off x="6607439" y="2035346"/>
              <a:ext cx="240840" cy="36324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6428E221-977D-4B88-74FA-77D6F4D3097C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6592319" y="2020226"/>
                <a:ext cx="271440" cy="39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CE5B13A3-0743-0E57-2401-85C94E6B13E2}"/>
                  </a:ext>
                </a:extLst>
              </p14:cNvPr>
              <p14:cNvContentPartPr/>
              <p14:nvPr/>
            </p14:nvContentPartPr>
            <p14:xfrm>
              <a:off x="6397919" y="1943186"/>
              <a:ext cx="74520" cy="6804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CE5B13A3-0743-0E57-2401-85C94E6B13E2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6382799" y="1927706"/>
                <a:ext cx="104760" cy="9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B67D8769-3D66-8DD3-4C3D-DD8045F33393}"/>
                  </a:ext>
                </a:extLst>
              </p14:cNvPr>
              <p14:cNvContentPartPr/>
              <p14:nvPr/>
            </p14:nvContentPartPr>
            <p14:xfrm>
              <a:off x="5196239" y="1862906"/>
              <a:ext cx="98280" cy="2520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B67D8769-3D66-8DD3-4C3D-DD8045F33393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5181119" y="1847786"/>
                <a:ext cx="128880" cy="5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1631E0A2-81DD-2BD8-E24B-AC4CB92E74C2}"/>
                  </a:ext>
                </a:extLst>
              </p14:cNvPr>
              <p14:cNvContentPartPr/>
              <p14:nvPr/>
            </p14:nvContentPartPr>
            <p14:xfrm>
              <a:off x="7341119" y="1986026"/>
              <a:ext cx="173160" cy="18180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1631E0A2-81DD-2BD8-E24B-AC4CB92E74C2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7325999" y="1970906"/>
                <a:ext cx="203400" cy="21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F0E02C65-D820-8D06-BFAD-09FA0697014E}"/>
                  </a:ext>
                </a:extLst>
              </p14:cNvPr>
              <p14:cNvContentPartPr/>
              <p14:nvPr/>
            </p14:nvContentPartPr>
            <p14:xfrm>
              <a:off x="7532999" y="2041826"/>
              <a:ext cx="203040" cy="8676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F0E02C65-D820-8D06-BFAD-09FA0697014E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7517879" y="2026346"/>
                <a:ext cx="233640" cy="11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AD5EA549-A25F-F08B-4681-4A20E4EC83EF}"/>
                  </a:ext>
                </a:extLst>
              </p14:cNvPr>
              <p14:cNvContentPartPr/>
              <p14:nvPr/>
            </p14:nvContentPartPr>
            <p14:xfrm>
              <a:off x="7784999" y="1786226"/>
              <a:ext cx="12600" cy="34560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AD5EA549-A25F-F08B-4681-4A20E4EC83EF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7769879" y="1771106"/>
                <a:ext cx="43200" cy="37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7D591A8C-9847-256E-997D-7982DBF81CA2}"/>
                  </a:ext>
                </a:extLst>
              </p14:cNvPr>
              <p14:cNvContentPartPr/>
              <p14:nvPr/>
            </p14:nvContentPartPr>
            <p14:xfrm>
              <a:off x="7735679" y="1979906"/>
              <a:ext cx="493560" cy="14760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7D591A8C-9847-256E-997D-7982DBF81CA2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7720559" y="1964786"/>
                <a:ext cx="524160" cy="17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8547E2AB-853B-727B-7808-3EB6A46C5474}"/>
                  </a:ext>
                </a:extLst>
              </p14:cNvPr>
              <p14:cNvContentPartPr/>
              <p14:nvPr/>
            </p14:nvContentPartPr>
            <p14:xfrm>
              <a:off x="5935679" y="2454746"/>
              <a:ext cx="104400" cy="11052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8547E2AB-853B-727B-7808-3EB6A46C5474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5920199" y="2439626"/>
                <a:ext cx="135000" cy="14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57B76356-E490-3F3B-A25F-613C8266AF0D}"/>
                  </a:ext>
                </a:extLst>
              </p14:cNvPr>
              <p14:cNvContentPartPr/>
              <p14:nvPr/>
            </p14:nvContentPartPr>
            <p14:xfrm>
              <a:off x="6101999" y="2357546"/>
              <a:ext cx="105120" cy="25740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57B76356-E490-3F3B-A25F-613C8266AF0D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6086879" y="2342066"/>
                <a:ext cx="135720" cy="28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92DD945A-956D-3A51-58E1-494DF23F8362}"/>
                  </a:ext>
                </a:extLst>
              </p14:cNvPr>
              <p14:cNvContentPartPr/>
              <p14:nvPr/>
            </p14:nvContentPartPr>
            <p14:xfrm>
              <a:off x="6132959" y="2504066"/>
              <a:ext cx="148320" cy="4896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92DD945A-956D-3A51-58E1-494DF23F8362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6117479" y="2488946"/>
                <a:ext cx="178920" cy="7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248F3CA3-90F1-B974-343C-1CCD7E986470}"/>
                  </a:ext>
                </a:extLst>
              </p14:cNvPr>
              <p14:cNvContentPartPr/>
              <p14:nvPr/>
            </p14:nvContentPartPr>
            <p14:xfrm>
              <a:off x="6718319" y="2327306"/>
              <a:ext cx="462600" cy="34956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248F3CA3-90F1-B974-343C-1CCD7E986470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6703199" y="2312186"/>
                <a:ext cx="493200" cy="38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8FE2610E-4D6A-50F4-A674-4D1325BCCB19}"/>
                  </a:ext>
                </a:extLst>
              </p14:cNvPr>
              <p14:cNvContentPartPr/>
              <p14:nvPr/>
            </p14:nvContentPartPr>
            <p14:xfrm>
              <a:off x="7236359" y="2476706"/>
              <a:ext cx="795600" cy="32724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8FE2610E-4D6A-50F4-A674-4D1325BCCB19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7221239" y="2461586"/>
                <a:ext cx="826200" cy="35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1E16B23D-215F-599D-0C1D-C43CB7E46135}"/>
                  </a:ext>
                </a:extLst>
              </p14:cNvPr>
              <p14:cNvContentPartPr/>
              <p14:nvPr/>
            </p14:nvContentPartPr>
            <p14:xfrm>
              <a:off x="2261159" y="4125506"/>
              <a:ext cx="2243880" cy="154764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1E16B23D-215F-599D-0C1D-C43CB7E46135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2246039" y="4110386"/>
                <a:ext cx="2274120" cy="157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FD04AE80-8842-461D-49D1-5E7CCFEA6AE5}"/>
                  </a:ext>
                </a:extLst>
              </p14:cNvPr>
              <p14:cNvContentPartPr/>
              <p14:nvPr/>
            </p14:nvContentPartPr>
            <p14:xfrm>
              <a:off x="2255039" y="2010866"/>
              <a:ext cx="2034720" cy="100512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FD04AE80-8842-461D-49D1-5E7CCFEA6AE5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2240639" y="1996466"/>
                <a:ext cx="2063160" cy="103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7AAC865D-CAE4-8C04-D133-9A87B2C6670E}"/>
                  </a:ext>
                </a:extLst>
              </p14:cNvPr>
              <p14:cNvContentPartPr/>
              <p14:nvPr/>
            </p14:nvContentPartPr>
            <p14:xfrm>
              <a:off x="2427479" y="4328906"/>
              <a:ext cx="2491200" cy="98064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7AAC865D-CAE4-8C04-D133-9A87B2C6670E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2413439" y="4314866"/>
                <a:ext cx="2519640" cy="100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8CBDC867-6FED-3A70-7B66-81B6EC9EAADD}"/>
                  </a:ext>
                </a:extLst>
              </p14:cNvPr>
              <p14:cNvContentPartPr/>
              <p14:nvPr/>
            </p14:nvContentPartPr>
            <p14:xfrm>
              <a:off x="5725799" y="4057826"/>
              <a:ext cx="3274200" cy="159552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8CBDC867-6FED-3A70-7B66-81B6EC9EAADD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5710677" y="4042349"/>
                <a:ext cx="3304803" cy="162575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D7ADE45A-8F44-6D08-BEFF-9EDCE810DD36}"/>
                  </a:ext>
                </a:extLst>
              </p14:cNvPr>
              <p14:cNvContentPartPr/>
              <p14:nvPr/>
            </p14:nvContentPartPr>
            <p14:xfrm>
              <a:off x="9418679" y="4359866"/>
              <a:ext cx="2361600" cy="182196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D7ADE45A-8F44-6D08-BEFF-9EDCE810DD36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9403559" y="4344386"/>
                <a:ext cx="2392200" cy="185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235E3159-65D7-7B16-9FE1-DE78D1063821}"/>
                  </a:ext>
                </a:extLst>
              </p14:cNvPr>
              <p14:cNvContentPartPr/>
              <p14:nvPr/>
            </p14:nvContentPartPr>
            <p14:xfrm>
              <a:off x="9017999" y="1622426"/>
              <a:ext cx="2269080" cy="1737360"/>
            </p14:xfrm>
          </p:contentPart>
        </mc:Choice>
        <mc:Fallback xmlns=""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235E3159-65D7-7B16-9FE1-DE78D1063821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9002879" y="1607306"/>
                <a:ext cx="2299680" cy="176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F61DE9B4-8628-DAB5-8F6F-62CCE03F8234}"/>
                  </a:ext>
                </a:extLst>
              </p14:cNvPr>
              <p14:cNvContentPartPr/>
              <p14:nvPr/>
            </p14:nvContentPartPr>
            <p14:xfrm>
              <a:off x="9258479" y="1622426"/>
              <a:ext cx="2102760" cy="123948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F61DE9B4-8628-DAB5-8F6F-62CCE03F8234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9248039" y="1611986"/>
                <a:ext cx="2124000" cy="126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52F5EA7A-0E93-2B1B-3A15-2FFAA54D550C}"/>
                  </a:ext>
                </a:extLst>
              </p14:cNvPr>
              <p14:cNvContentPartPr/>
              <p14:nvPr/>
            </p14:nvContentPartPr>
            <p14:xfrm>
              <a:off x="9727199" y="4285706"/>
              <a:ext cx="2133360" cy="152244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52F5EA7A-0E93-2B1B-3A15-2FFAA54D550C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9716399" y="4275266"/>
                <a:ext cx="2154600" cy="154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66A184C8-B8E1-2F49-6814-A42C82CC6D5C}"/>
                  </a:ext>
                </a:extLst>
              </p14:cNvPr>
              <p14:cNvContentPartPr/>
              <p14:nvPr/>
            </p14:nvContentPartPr>
            <p14:xfrm>
              <a:off x="3796199" y="4174826"/>
              <a:ext cx="469080" cy="12600"/>
            </p14:xfrm>
          </p:contentPart>
        </mc:Choice>
        <mc:Fallback xmlns=""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66A184C8-B8E1-2F49-6814-A42C82CC6D5C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3785759" y="4164026"/>
                <a:ext cx="490320" cy="3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C5E8BAC0-E2A3-A3E8-B2BE-0C537631444E}"/>
                  </a:ext>
                </a:extLst>
              </p14:cNvPr>
              <p14:cNvContentPartPr/>
              <p14:nvPr/>
            </p14:nvContentPartPr>
            <p14:xfrm>
              <a:off x="10226519" y="3829586"/>
              <a:ext cx="530640" cy="308880"/>
            </p14:xfrm>
          </p:contentPart>
        </mc:Choice>
        <mc:Fallback xmlns=""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C5E8BAC0-E2A3-A3E8-B2BE-0C537631444E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10215719" y="3818773"/>
                <a:ext cx="551880" cy="33014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9C5892E2-98E3-7225-F6FF-CA77FD5386D8}"/>
                  </a:ext>
                </a:extLst>
              </p14:cNvPr>
              <p14:cNvContentPartPr/>
              <p14:nvPr/>
            </p14:nvContentPartPr>
            <p14:xfrm>
              <a:off x="9884519" y="1173146"/>
              <a:ext cx="403920" cy="431280"/>
            </p14:xfrm>
          </p:contentPart>
        </mc:Choice>
        <mc:Fallback xmlns=""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9C5892E2-98E3-7225-F6FF-CA77FD5386D8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9874079" y="1162346"/>
                <a:ext cx="425160" cy="45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14901FAA-E6EA-150E-70DE-EC7E96861CB1}"/>
                  </a:ext>
                </a:extLst>
              </p14:cNvPr>
              <p14:cNvContentPartPr/>
              <p14:nvPr/>
            </p14:nvContentPartPr>
            <p14:xfrm>
              <a:off x="3420359" y="1616306"/>
              <a:ext cx="561240" cy="49680"/>
            </p14:xfrm>
          </p:contentPart>
        </mc:Choice>
        <mc:Fallback xmlns=""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14901FAA-E6EA-150E-70DE-EC7E96861CB1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3409559" y="1605506"/>
                <a:ext cx="582480" cy="70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595078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46826E2-EFB7-FCFC-B315-8AA01AE8A1EB}"/>
              </a:ext>
            </a:extLst>
          </p:cNvPr>
          <p:cNvSpPr txBox="1"/>
          <p:nvPr/>
        </p:nvSpPr>
        <p:spPr>
          <a:xfrm>
            <a:off x="2057399" y="4440674"/>
            <a:ext cx="600075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Sample slope distributions (accuracy / bias)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Sample </a:t>
            </a:r>
            <a:r>
              <a:rPr lang="en-US" sz="1400" dirty="0" err="1"/>
              <a:t>s.e.</a:t>
            </a:r>
            <a:r>
              <a:rPr lang="en-US" sz="1400" dirty="0"/>
              <a:t> distributions (precision)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Residual distributions relative to regression line (assess assumption)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Power to detect linear trend; rate of false positives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% variance explained by linear trend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3A1BF9-9475-3954-9E41-885DE5248A45}"/>
              </a:ext>
            </a:extLst>
          </p:cNvPr>
          <p:cNvSpPr txBox="1"/>
          <p:nvPr/>
        </p:nvSpPr>
        <p:spPr>
          <a:xfrm>
            <a:off x="1571625" y="3800475"/>
            <a:ext cx="5610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Results to present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298095-A6D3-0A68-AEDF-EAAD4A8A51FD}"/>
              </a:ext>
            </a:extLst>
          </p:cNvPr>
          <p:cNvSpPr txBox="1"/>
          <p:nvPr/>
        </p:nvSpPr>
        <p:spPr>
          <a:xfrm>
            <a:off x="1476375" y="647700"/>
            <a:ext cx="5610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Concepts to present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81EDF3-62A1-45EE-9F36-960D07433D4B}"/>
              </a:ext>
            </a:extLst>
          </p:cNvPr>
          <p:cNvSpPr txBox="1"/>
          <p:nvPr/>
        </p:nvSpPr>
        <p:spPr>
          <a:xfrm>
            <a:off x="2057398" y="1107024"/>
            <a:ext cx="931003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Treating occurrences of climatic anomalies as random error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Separating what is known and unknown – Gambler’s fallacy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Repeated measures sampling is different than repeated comprehensive  survey (census) of the entire population.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Separate legitimacy of linear regression slope significance determination from quantification of linear component.</a:t>
            </a:r>
          </a:p>
        </p:txBody>
      </p:sp>
    </p:spTree>
    <p:extLst>
      <p:ext uri="{BB962C8B-B14F-4D97-AF65-F5344CB8AC3E}">
        <p14:creationId xmlns:p14="http://schemas.microsoft.com/office/powerpoint/2010/main" val="30779241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64F725B-012D-8DEE-11A2-0E2C66C7231E}"/>
              </a:ext>
            </a:extLst>
          </p:cNvPr>
          <p:cNvSpPr/>
          <p:nvPr/>
        </p:nvSpPr>
        <p:spPr>
          <a:xfrm>
            <a:off x="1665962" y="1139868"/>
            <a:ext cx="1753643" cy="864296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regression model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2D0CDD3D-6B12-599D-46EE-742D4301C51E}"/>
              </a:ext>
            </a:extLst>
          </p:cNvPr>
          <p:cNvSpPr/>
          <p:nvPr/>
        </p:nvSpPr>
        <p:spPr>
          <a:xfrm>
            <a:off x="1665962" y="2339235"/>
            <a:ext cx="1753643" cy="864296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transient </a:t>
            </a:r>
          </a:p>
          <a:p>
            <a:pPr algn="ctr"/>
            <a:r>
              <a:rPr lang="en-US" sz="1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(non-centered residuals)</a:t>
            </a:r>
            <a:endParaRPr lang="en-US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BD5DD71-7070-01F1-6E94-3D7FDBCA20B2}"/>
              </a:ext>
            </a:extLst>
          </p:cNvPr>
          <p:cNvSpPr/>
          <p:nvPr/>
        </p:nvSpPr>
        <p:spPr>
          <a:xfrm>
            <a:off x="4135677" y="1139867"/>
            <a:ext cx="2189967" cy="989557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sampling design</a:t>
            </a:r>
          </a:p>
          <a:p>
            <a:pPr algn="ctr"/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(census, repeated measures, rotation, replace)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4D6824A-F989-5065-B4AC-7D5B8747860D}"/>
              </a:ext>
            </a:extLst>
          </p:cNvPr>
          <p:cNvSpPr/>
          <p:nvPr/>
        </p:nvSpPr>
        <p:spPr>
          <a:xfrm>
            <a:off x="7219167" y="1139866"/>
            <a:ext cx="2688921" cy="989557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significance </a:t>
            </a:r>
          </a:p>
          <a:p>
            <a:pPr algn="ctr"/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(OLS </a:t>
            </a:r>
            <a:r>
              <a:rPr lang="en-US" sz="1200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coeff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p, permutation, Pearson, Spearman, Kendall’s Tau)</a:t>
            </a:r>
            <a:endParaRPr lang="en-US" sz="1000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64A6982-DE70-1197-A040-25E0465C3C25}"/>
              </a:ext>
            </a:extLst>
          </p:cNvPr>
          <p:cNvSpPr/>
          <p:nvPr/>
        </p:nvSpPr>
        <p:spPr>
          <a:xfrm>
            <a:off x="7219167" y="2771383"/>
            <a:ext cx="2688921" cy="989557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Gambler’s Fallacy</a:t>
            </a:r>
          </a:p>
          <a:p>
            <a:pPr algn="ctr"/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Don’t treat past known outcomes as probabilistic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DABA1D3-F6CE-45CC-9AB1-436311B1F022}"/>
              </a:ext>
            </a:extLst>
          </p:cNvPr>
          <p:cNvSpPr/>
          <p:nvPr/>
        </p:nvSpPr>
        <p:spPr>
          <a:xfrm>
            <a:off x="1446755" y="4683689"/>
            <a:ext cx="2688921" cy="989557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Population Model</a:t>
            </a:r>
          </a:p>
          <a:p>
            <a:pPr algn="ctr"/>
            <a:r>
              <a:rPr lang="en-US" sz="12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initial &amp; over time</a:t>
            </a:r>
          </a:p>
          <a:p>
            <a:pPr algn="ctr"/>
            <a:r>
              <a:rPr lang="en-US" sz="12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trend: linear, polynomial, transient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9F0A681-46D5-32BC-E761-1804023EE3E4}"/>
              </a:ext>
            </a:extLst>
          </p:cNvPr>
          <p:cNvSpPr/>
          <p:nvPr/>
        </p:nvSpPr>
        <p:spPr>
          <a:xfrm>
            <a:off x="4530246" y="4683688"/>
            <a:ext cx="2688921" cy="989557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Sampling Regime</a:t>
            </a:r>
            <a:endParaRPr lang="en-US" sz="12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3F8C1D04-4EBC-93D8-C054-ACBC5736D6E4}"/>
              </a:ext>
            </a:extLst>
          </p:cNvPr>
          <p:cNvSpPr/>
          <p:nvPr/>
        </p:nvSpPr>
        <p:spPr>
          <a:xfrm>
            <a:off x="7751523" y="4402901"/>
            <a:ext cx="2269299" cy="702505"/>
          </a:xfrm>
          <a:prstGeom prst="roundRect">
            <a:avLst/>
          </a:prstGeom>
          <a:solidFill>
            <a:srgbClr val="00C1C1"/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Significance</a:t>
            </a:r>
            <a:endParaRPr lang="en-US" sz="12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9797F62D-9224-4138-1744-3778C8DBAE3D}"/>
              </a:ext>
            </a:extLst>
          </p:cNvPr>
          <p:cNvSpPr/>
          <p:nvPr/>
        </p:nvSpPr>
        <p:spPr>
          <a:xfrm>
            <a:off x="7751522" y="5178466"/>
            <a:ext cx="2269299" cy="702505"/>
          </a:xfrm>
          <a:prstGeom prst="roundRect">
            <a:avLst/>
          </a:prstGeom>
          <a:solidFill>
            <a:srgbClr val="00C1C1"/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Linear component</a:t>
            </a:r>
            <a:endParaRPr lang="en-US" sz="12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62959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00566C6-0220-81AA-4D48-E2002C189FA2}"/>
              </a:ext>
            </a:extLst>
          </p:cNvPr>
          <p:cNvSpPr txBox="1"/>
          <p:nvPr/>
        </p:nvSpPr>
        <p:spPr>
          <a:xfrm>
            <a:off x="1190625" y="666750"/>
            <a:ext cx="844867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Key messages from Gamblers Fallacy</a:t>
            </a:r>
          </a:p>
          <a:p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Past events are not probabilistic and, when outcomes are independent, are excluded from current probabilistic considerations of future outcomes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Critically important to distinguish what you know from what is unknown and subject to probabilistic prediction.</a:t>
            </a:r>
          </a:p>
          <a:p>
            <a:pPr marL="342900" indent="-342900"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066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2F8EB46-467E-98F2-A2AF-0D6B93D4850B}"/>
              </a:ext>
            </a:extLst>
          </p:cNvPr>
          <p:cNvSpPr txBox="1"/>
          <p:nvPr/>
        </p:nvSpPr>
        <p:spPr>
          <a:xfrm>
            <a:off x="714498" y="307274"/>
            <a:ext cx="1080258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Two Methodological Issues with Linear Regression – presence of transients and use of multiple tests</a:t>
            </a:r>
          </a:p>
          <a:p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Presence of Transients with Non-Centered Residuals</a:t>
            </a:r>
          </a:p>
          <a:p>
            <a:pPr marL="342900" indent="-342900">
              <a:buAutoNum type="arabicPeriod"/>
            </a:pPr>
            <a:r>
              <a:rPr lang="en-US" dirty="0"/>
              <a:t>Testing of Subsets</a:t>
            </a:r>
          </a:p>
          <a:p>
            <a:pPr marL="342900" indent="-342900">
              <a:buAutoNum type="arabicPeriod"/>
            </a:pP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3D98A6-7E9C-5F72-CB31-80A22EC97E71}"/>
              </a:ext>
            </a:extLst>
          </p:cNvPr>
          <p:cNvSpPr txBox="1"/>
          <p:nvPr/>
        </p:nvSpPr>
        <p:spPr>
          <a:xfrm>
            <a:off x="714498" y="2571503"/>
            <a:ext cx="10617530" cy="14773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Linear Trend from Regression - assessment of two use cases:</a:t>
            </a:r>
          </a:p>
          <a:p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Data with transients </a:t>
            </a:r>
          </a:p>
          <a:p>
            <a:pPr marL="342900" indent="-342900">
              <a:buAutoNum type="arabicPeriod"/>
            </a:pPr>
            <a:r>
              <a:rPr lang="en-US" dirty="0"/>
              <a:t>Testing data subsets</a:t>
            </a:r>
          </a:p>
          <a:p>
            <a:pPr marL="342900" indent="-342900"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7056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C4D9D44-79D8-1B3A-DB58-6962101E086D}"/>
              </a:ext>
            </a:extLst>
          </p:cNvPr>
          <p:cNvSpPr txBox="1"/>
          <p:nvPr/>
        </p:nvSpPr>
        <p:spPr>
          <a:xfrm>
            <a:off x="524989" y="222151"/>
            <a:ext cx="10138064" cy="63555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b="1" dirty="0"/>
              <a:t>Linear regression with transient present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Original question – consequences of offset residual distributions (Gray, COSTR)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The role of picking a model – </a:t>
            </a:r>
            <a:r>
              <a:rPr lang="en-US" sz="1100" dirty="0"/>
              <a:t>prerogative and responsibility of the researcher</a:t>
            </a:r>
            <a:endParaRPr lang="en-U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The linear regression model</a:t>
            </a:r>
            <a:endParaRPr lang="en-US" sz="1200" dirty="0"/>
          </a:p>
          <a:p>
            <a:pPr marL="1090613" lvl="2" indent="-176213">
              <a:buFont typeface="Arial" panose="020B0604020202020204" pitchFamily="34" charset="0"/>
              <a:buChar char="•"/>
            </a:pPr>
            <a:r>
              <a:rPr lang="en-US" sz="1200" dirty="0"/>
              <a:t>2 elements:  line-fitting procedure and slope significance based on model</a:t>
            </a:r>
          </a:p>
          <a:p>
            <a:pPr marL="1090613" lvl="2" indent="-176213">
              <a:buFont typeface="Arial" panose="020B0604020202020204" pitchFamily="34" charset="0"/>
              <a:buChar char="•"/>
            </a:pPr>
            <a:r>
              <a:rPr lang="en-US" sz="1200" dirty="0"/>
              <a:t>Some sample datasets (with &amp; w/out trend)</a:t>
            </a:r>
          </a:p>
          <a:p>
            <a:pPr marL="1090613" lvl="2" indent="-176213">
              <a:buFont typeface="Arial" panose="020B0604020202020204" pitchFamily="34" charset="0"/>
              <a:buChar char="•"/>
            </a:pPr>
            <a:r>
              <a:rPr lang="en-US" sz="1200" dirty="0"/>
              <a:t>Movie of all possible data over time illustrating error – the model of the data stream</a:t>
            </a:r>
          </a:p>
          <a:p>
            <a:pPr marL="1090613" lvl="2" indent="-176213">
              <a:buFont typeface="Arial" panose="020B0604020202020204" pitchFamily="34" charset="0"/>
              <a:buChar char="•"/>
            </a:pPr>
            <a:r>
              <a:rPr lang="en-US" sz="1200" dirty="0"/>
              <a:t>List the assumptions</a:t>
            </a:r>
          </a:p>
          <a:p>
            <a:pPr marL="1090613" lvl="2" indent="-176213">
              <a:buFont typeface="Arial" panose="020B0604020202020204" pitchFamily="34" charset="0"/>
              <a:buChar char="•"/>
            </a:pPr>
            <a:r>
              <a:rPr lang="en-US" sz="1200" dirty="0"/>
              <a:t>Formal Testing: Regression slope significance vs permutation test</a:t>
            </a:r>
          </a:p>
          <a:p>
            <a:pPr marL="1547813" lvl="3" indent="-176213">
              <a:buFont typeface="Arial" panose="020B0604020202020204" pitchFamily="34" charset="0"/>
              <a:buChar char="•"/>
            </a:pPr>
            <a:r>
              <a:rPr lang="en-US" sz="1000" dirty="0"/>
              <a:t>Confirm Type I error is near alpha for null data (no trend)</a:t>
            </a:r>
          </a:p>
          <a:p>
            <a:pPr marL="1547813" lvl="3" indent="-176213">
              <a:buFont typeface="Arial" panose="020B0604020202020204" pitchFamily="34" charset="0"/>
              <a:buChar char="•"/>
            </a:pPr>
            <a:r>
              <a:rPr lang="en-US" sz="1000" dirty="0"/>
              <a:t>Power under gradient of trends for slope significance &amp; permutation test</a:t>
            </a:r>
          </a:p>
          <a:p>
            <a:pPr marL="1547813" lvl="3" indent="-176213">
              <a:buFont typeface="Arial" panose="020B0604020202020204" pitchFamily="34" charset="0"/>
              <a:buChar char="•"/>
            </a:pPr>
            <a:r>
              <a:rPr lang="en-US" sz="1000" dirty="0"/>
              <a:t>Compare the four sampling regimes (census, 100,20,0% replacement) – repeated </a:t>
            </a:r>
            <a:r>
              <a:rPr lang="en-US" sz="1000"/>
              <a:t>measures regression</a:t>
            </a:r>
            <a:endParaRPr lang="en-US" sz="1000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COSTR time series – a transient?</a:t>
            </a:r>
          </a:p>
          <a:p>
            <a:pPr marL="1090613" lvl="2" indent="-176213">
              <a:buFont typeface="Arial" panose="020B0604020202020204" pitchFamily="34" charset="0"/>
              <a:buChar char="•"/>
            </a:pPr>
            <a:r>
              <a:rPr lang="en-US" sz="1200" dirty="0"/>
              <a:t>Increasing smoothing</a:t>
            </a:r>
          </a:p>
          <a:p>
            <a:pPr marL="1090613" lvl="2" indent="-176213">
              <a:buFont typeface="Arial" panose="020B0604020202020204" pitchFamily="34" charset="0"/>
              <a:buChar char="•"/>
            </a:pPr>
            <a:r>
              <a:rPr lang="en-US" sz="1200" dirty="0"/>
              <a:t>Isolate transient – plausibility of model relative to linear regression model</a:t>
            </a:r>
          </a:p>
          <a:p>
            <a:pPr marL="1090613" lvl="2" indent="-176213">
              <a:buFont typeface="Arial" panose="020B0604020202020204" pitchFamily="34" charset="0"/>
              <a:buChar char="•"/>
            </a:pPr>
            <a:r>
              <a:rPr lang="en-US" sz="1200" dirty="0"/>
              <a:t>Illustrative diagram with error distributions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What does a linear regression result mean in data with a transient?</a:t>
            </a:r>
          </a:p>
          <a:p>
            <a:pPr marL="1090613" lvl="2" indent="-176213">
              <a:buFont typeface="Arial" panose="020B0604020202020204" pitchFamily="34" charset="0"/>
              <a:buChar char="•"/>
            </a:pPr>
            <a:r>
              <a:rPr lang="en-US" sz="1200" dirty="0"/>
              <a:t>Treat transient as a random event – with </a:t>
            </a:r>
            <a:r>
              <a:rPr lang="en-US" sz="1200" dirty="0" err="1"/>
              <a:t>s.d.</a:t>
            </a:r>
            <a:r>
              <a:rPr lang="en-US" sz="1200" dirty="0"/>
              <a:t> from data </a:t>
            </a:r>
          </a:p>
          <a:p>
            <a:pPr marL="1090613" lvl="2" indent="-176213">
              <a:buFont typeface="Arial" panose="020B0604020202020204" pitchFamily="34" charset="0"/>
              <a:buChar char="•"/>
            </a:pPr>
            <a:r>
              <a:rPr lang="en-US" sz="1200" dirty="0"/>
              <a:t>Movie of all possible data (greater variation relative to no transient)</a:t>
            </a:r>
          </a:p>
          <a:p>
            <a:pPr marL="1090613" lvl="2" indent="-176213">
              <a:buFont typeface="Arial" panose="020B0604020202020204" pitchFamily="34" charset="0"/>
              <a:buChar char="•"/>
            </a:pPr>
            <a:r>
              <a:rPr lang="en-US" sz="1200" dirty="0"/>
              <a:t>Relationship to Gambler’s Fallacy</a:t>
            </a:r>
          </a:p>
          <a:p>
            <a:pPr marL="1090613" lvl="2" indent="-176213">
              <a:buFont typeface="Arial" panose="020B0604020202020204" pitchFamily="34" charset="0"/>
              <a:buChar char="•"/>
            </a:pPr>
            <a:r>
              <a:rPr lang="en-US" sz="1200" dirty="0"/>
              <a:t>Type I and II error – under null data and gradient of linear trends with superimposed transient</a:t>
            </a:r>
          </a:p>
          <a:p>
            <a:pPr marL="1090613" lvl="2" indent="-176213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633413" lvl="1" indent="-176213">
              <a:buFont typeface="Arial" panose="020B0604020202020204" pitchFamily="34" charset="0"/>
              <a:buChar char="•"/>
            </a:pPr>
            <a:r>
              <a:rPr lang="en-US" sz="1600" dirty="0"/>
              <a:t>The linear component</a:t>
            </a:r>
          </a:p>
          <a:p>
            <a:pPr marL="1090613" lvl="2" indent="-176213">
              <a:buFont typeface="Arial" panose="020B0604020202020204" pitchFamily="34" charset="0"/>
              <a:buChar char="•"/>
            </a:pPr>
            <a:r>
              <a:rPr lang="en-US" sz="1400" dirty="0"/>
              <a:t>Importance of linear trend</a:t>
            </a:r>
          </a:p>
          <a:p>
            <a:pPr marL="1090613" lvl="2" indent="-176213">
              <a:buFont typeface="Arial" panose="020B0604020202020204" pitchFamily="34" charset="0"/>
              <a:buChar char="•"/>
            </a:pPr>
            <a:r>
              <a:rPr lang="en-US" sz="1400" dirty="0"/>
              <a:t>Pearson, Spearman correlations &amp; Kendal’s Tau</a:t>
            </a:r>
          </a:p>
          <a:p>
            <a:pPr marL="1090613" lvl="2" indent="-176213">
              <a:buFont typeface="Arial" panose="020B0604020202020204" pitchFamily="34" charset="0"/>
              <a:buChar char="•"/>
            </a:pPr>
            <a:r>
              <a:rPr lang="en-US" sz="1400" dirty="0"/>
              <a:t>R2 – variance explained</a:t>
            </a:r>
          </a:p>
          <a:p>
            <a:pPr marL="1090613" lvl="2" indent="-176213">
              <a:buFont typeface="Arial" panose="020B0604020202020204" pitchFamily="34" charset="0"/>
              <a:buChar char="•"/>
            </a:pPr>
            <a:r>
              <a:rPr lang="en-US" sz="1400" dirty="0"/>
              <a:t>Polynomial regression &amp; linear term</a:t>
            </a:r>
          </a:p>
          <a:p>
            <a:pPr marL="1090613" lvl="2" indent="-176213">
              <a:buFont typeface="Arial" panose="020B0604020202020204" pitchFamily="34" charset="0"/>
              <a:buChar char="•"/>
            </a:pPr>
            <a:r>
              <a:rPr lang="en-US" sz="1400" dirty="0"/>
              <a:t>Explanatory simulation results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B69429E6-0B4C-5A16-C536-4A347CF06B55}"/>
                  </a:ext>
                </a:extLst>
              </p14:cNvPr>
              <p14:cNvContentPartPr/>
              <p14:nvPr/>
            </p14:nvContentPartPr>
            <p14:xfrm>
              <a:off x="9189103" y="700433"/>
              <a:ext cx="1704240" cy="3837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B69429E6-0B4C-5A16-C536-4A347CF06B5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178303" y="689633"/>
                <a:ext cx="1725480" cy="40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A68BC5F6-7D13-B827-7181-AA7669CD87F7}"/>
                  </a:ext>
                </a:extLst>
              </p14:cNvPr>
              <p14:cNvContentPartPr/>
              <p14:nvPr/>
            </p14:nvContentPartPr>
            <p14:xfrm>
              <a:off x="8548663" y="889073"/>
              <a:ext cx="376200" cy="31680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A68BC5F6-7D13-B827-7181-AA7669CD87F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537863" y="878273"/>
                <a:ext cx="397440" cy="33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491B5DDF-FFEE-0500-E08B-3D1C16A64815}"/>
                  </a:ext>
                </a:extLst>
              </p14:cNvPr>
              <p14:cNvContentPartPr/>
              <p14:nvPr/>
            </p14:nvContentPartPr>
            <p14:xfrm>
              <a:off x="6837583" y="1046033"/>
              <a:ext cx="1484280" cy="19800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491B5DDF-FFEE-0500-E08B-3D1C16A6481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827143" y="1035593"/>
                <a:ext cx="1505520" cy="21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2CFC8131-1C5C-CF07-1A46-63BEAAA1D656}"/>
                  </a:ext>
                </a:extLst>
              </p14:cNvPr>
              <p14:cNvContentPartPr/>
              <p14:nvPr/>
            </p14:nvContentPartPr>
            <p14:xfrm>
              <a:off x="4018423" y="2944673"/>
              <a:ext cx="2932920" cy="83664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2CFC8131-1C5C-CF07-1A46-63BEAAA1D65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007623" y="2934233"/>
                <a:ext cx="2954160" cy="85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BD9DA204-93B3-A08D-C731-AEE2449D3F5B}"/>
                  </a:ext>
                </a:extLst>
              </p14:cNvPr>
              <p14:cNvContentPartPr/>
              <p14:nvPr/>
            </p14:nvContentPartPr>
            <p14:xfrm>
              <a:off x="7082743" y="2995073"/>
              <a:ext cx="578880" cy="29232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BD9DA204-93B3-A08D-C731-AEE2449D3F5B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072303" y="2984633"/>
                <a:ext cx="600120" cy="31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ED37F390-8431-5031-0A19-CD489E7D32EB}"/>
                  </a:ext>
                </a:extLst>
              </p14:cNvPr>
              <p14:cNvContentPartPr/>
              <p14:nvPr/>
            </p14:nvContentPartPr>
            <p14:xfrm>
              <a:off x="7365703" y="2209193"/>
              <a:ext cx="2402280" cy="127044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ED37F390-8431-5031-0A19-CD489E7D32EB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355261" y="2198753"/>
                <a:ext cx="2423523" cy="129168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903AE58-BB07-4139-6566-CBBBC69BFBD3}"/>
              </a:ext>
            </a:extLst>
          </p:cNvPr>
          <p:cNvSpPr txBox="1"/>
          <p:nvPr/>
        </p:nvSpPr>
        <p:spPr>
          <a:xfrm>
            <a:off x="6691745" y="4987636"/>
            <a:ext cx="4738255" cy="1446550"/>
          </a:xfrm>
          <a:prstGeom prst="rect">
            <a:avLst/>
          </a:prstGeom>
          <a:solidFill>
            <a:schemeClr val="bg1"/>
          </a:solidFill>
          <a:ln>
            <a:solidFill>
              <a:schemeClr val="accent6">
                <a:lumMod val="60000"/>
                <a:lumOff val="4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dirty="0"/>
              <a:t>Simulations: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measures: slope sig., Pearson, Spearman, Kendall, R2, linear term sig in poly regression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All measures for gradient of linear trends with </a:t>
            </a:r>
            <a:r>
              <a:rPr lang="en-US" sz="1400" dirty="0" err="1"/>
              <a:t>hi,med,lo</a:t>
            </a:r>
            <a:r>
              <a:rPr lang="en-US" sz="1400" dirty="0"/>
              <a:t> levels of error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All measures when transient superimposed</a:t>
            </a:r>
          </a:p>
        </p:txBody>
      </p:sp>
    </p:spTree>
    <p:extLst>
      <p:ext uri="{BB962C8B-B14F-4D97-AF65-F5344CB8AC3E}">
        <p14:creationId xmlns:p14="http://schemas.microsoft.com/office/powerpoint/2010/main" val="32086396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A6737EB-DC80-13B4-A60C-38DD2E3156EE}"/>
              </a:ext>
            </a:extLst>
          </p:cNvPr>
          <p:cNvSpPr txBox="1"/>
          <p:nvPr/>
        </p:nvSpPr>
        <p:spPr>
          <a:xfrm>
            <a:off x="1194955" y="665018"/>
            <a:ext cx="90297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Linear Regression – Visualizations with Simulated Data</a:t>
            </a:r>
          </a:p>
          <a:p>
            <a:endParaRPr lang="en-US" dirty="0"/>
          </a:p>
          <a:p>
            <a:r>
              <a:rPr lang="en-US" dirty="0"/>
              <a:t>Visualizing Linear Regression with Simulated Data</a:t>
            </a:r>
          </a:p>
          <a:p>
            <a:endParaRPr lang="en-US" dirty="0"/>
          </a:p>
          <a:p>
            <a:r>
              <a:rPr lang="en-US" dirty="0"/>
              <a:t>Basics of Linear Regression Visualized with Simulated Data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03714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D90326E-3C2E-E4E3-71C5-5B48C2062691}"/>
              </a:ext>
            </a:extLst>
          </p:cNvPr>
          <p:cNvSpPr txBox="1"/>
          <p:nvPr/>
        </p:nvSpPr>
        <p:spPr>
          <a:xfrm>
            <a:off x="1393371" y="887568"/>
            <a:ext cx="6096000" cy="21082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Testing slope significance of multiple data subsets</a:t>
            </a:r>
          </a:p>
          <a:p>
            <a:r>
              <a:rPr lang="en-US" b="1" dirty="0"/>
              <a:t> </a:t>
            </a:r>
          </a:p>
          <a:p>
            <a:pPr marL="633413" lvl="1" indent="-176213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Concept of p-value correction under multiple comparisons</a:t>
            </a:r>
          </a:p>
          <a:p>
            <a:pPr marL="633413" lvl="1" indent="-176213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 err="1"/>
              <a:t>Benjamini</a:t>
            </a:r>
            <a:r>
              <a:rPr lang="en-US" sz="1600" dirty="0"/>
              <a:t>-Hochberg correction method, for instance with </a:t>
            </a:r>
            <a:r>
              <a:rPr lang="en-US" sz="1600" dirty="0" err="1"/>
              <a:t>p.adjust</a:t>
            </a:r>
            <a:r>
              <a:rPr lang="en-US" sz="1600" dirty="0"/>
              <a:t>() in R</a:t>
            </a:r>
          </a:p>
          <a:p>
            <a:pPr marL="633413" lvl="1" indent="-176213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Bonferroni</a:t>
            </a:r>
          </a:p>
          <a:p>
            <a:pPr marL="633413" lvl="1" indent="-176213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Use of entire record and recent subsets.  Simulation results.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48043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0C63A36-EA86-DE17-3A90-BB5761AA95EF}"/>
              </a:ext>
            </a:extLst>
          </p:cNvPr>
          <p:cNvSpPr txBox="1"/>
          <p:nvPr/>
        </p:nvSpPr>
        <p:spPr>
          <a:xfrm>
            <a:off x="1763485" y="892629"/>
            <a:ext cx="893717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Stats put on a pedestal.</a:t>
            </a:r>
          </a:p>
          <a:p>
            <a:r>
              <a:rPr lang="en-US" dirty="0"/>
              <a:t>Binary outcome (significant, not significant)</a:t>
            </a:r>
          </a:p>
          <a:p>
            <a:r>
              <a:rPr lang="en-US" dirty="0"/>
              <a:t>The statistical test is the authority.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Stats are a tool that will fit to varying degrees to a particular analysis situation.</a:t>
            </a:r>
          </a:p>
          <a:p>
            <a:r>
              <a:rPr lang="en-US" dirty="0"/>
              <a:t>Significance lies somewhere on a gradient. </a:t>
            </a:r>
          </a:p>
          <a:p>
            <a:r>
              <a:rPr lang="en-US" dirty="0"/>
              <a:t>The researcher is the authority.</a:t>
            </a:r>
          </a:p>
        </p:txBody>
      </p:sp>
    </p:spTree>
    <p:extLst>
      <p:ext uri="{BB962C8B-B14F-4D97-AF65-F5344CB8AC3E}">
        <p14:creationId xmlns:p14="http://schemas.microsoft.com/office/powerpoint/2010/main" val="10964327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9B8C36D-BF50-F842-0920-6090A1A455C5}"/>
              </a:ext>
            </a:extLst>
          </p:cNvPr>
          <p:cNvSpPr txBox="1"/>
          <p:nvPr/>
        </p:nvSpPr>
        <p:spPr>
          <a:xfrm>
            <a:off x="947057" y="424542"/>
            <a:ext cx="1029788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How is treatment of COSTR time series with the linear model (true pattern treated as random error)</a:t>
            </a:r>
          </a:p>
          <a:p>
            <a:endParaRPr lang="en-US" dirty="0"/>
          </a:p>
          <a:p>
            <a:r>
              <a:rPr lang="en-US" dirty="0"/>
              <a:t>Like</a:t>
            </a:r>
          </a:p>
          <a:p>
            <a:endParaRPr lang="en-US" dirty="0"/>
          </a:p>
          <a:p>
            <a:r>
              <a:rPr lang="en-US" dirty="0"/>
              <a:t>The Gambler’s Fallacy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past outcomes treated as probabilistic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incorrect perspective leads to incorrect assessment of current probabilities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84509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4EFD24C-A579-17B1-F861-5D09532582FC}"/>
              </a:ext>
            </a:extLst>
          </p:cNvPr>
          <p:cNvSpPr/>
          <p:nvPr/>
        </p:nvSpPr>
        <p:spPr>
          <a:xfrm>
            <a:off x="3475435" y="751256"/>
            <a:ext cx="1300162" cy="47148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get </a:t>
            </a:r>
            <a:r>
              <a:rPr lang="en-US" sz="1400" dirty="0" err="1"/>
              <a:t>prms</a:t>
            </a:r>
            <a:endParaRPr lang="en-US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56E3AF-1001-2F47-5AF1-1D4C4B595A07}"/>
              </a:ext>
            </a:extLst>
          </p:cNvPr>
          <p:cNvSpPr txBox="1"/>
          <p:nvPr/>
        </p:nvSpPr>
        <p:spPr>
          <a:xfrm>
            <a:off x="1050136" y="517639"/>
            <a:ext cx="2014533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number of data points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population trend scenarios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Xmin, Xmax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error stdev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Nsim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70D41BE-1BB1-5DA5-7179-A4BFF377184D}"/>
              </a:ext>
            </a:extLst>
          </p:cNvPr>
          <p:cNvSpPr/>
          <p:nvPr/>
        </p:nvSpPr>
        <p:spPr>
          <a:xfrm>
            <a:off x="3475435" y="3042460"/>
            <a:ext cx="1300162" cy="47148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get y values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1A6019F-EBFC-3121-8A53-3A1D7064B6CC}"/>
              </a:ext>
            </a:extLst>
          </p:cNvPr>
          <p:cNvSpPr/>
          <p:nvPr/>
        </p:nvSpPr>
        <p:spPr>
          <a:xfrm>
            <a:off x="3475435" y="4188062"/>
            <a:ext cx="1300162" cy="47148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regression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845B70C-2725-987B-8EA9-F9908CBA3B90}"/>
              </a:ext>
            </a:extLst>
          </p:cNvPr>
          <p:cNvSpPr/>
          <p:nvPr/>
        </p:nvSpPr>
        <p:spPr>
          <a:xfrm>
            <a:off x="3475435" y="5333663"/>
            <a:ext cx="1300162" cy="47148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save iteration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27D780F-1EF0-2820-BA89-8AD86B572568}"/>
              </a:ext>
            </a:extLst>
          </p:cNvPr>
          <p:cNvSpPr/>
          <p:nvPr/>
        </p:nvSpPr>
        <p:spPr>
          <a:xfrm>
            <a:off x="3475435" y="1896858"/>
            <a:ext cx="1300162" cy="47148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get x values</a:t>
            </a:r>
          </a:p>
        </p:txBody>
      </p:sp>
      <p:cxnSp>
        <p:nvCxnSpPr>
          <p:cNvPr id="10" name="Elbow Connector 9">
            <a:extLst>
              <a:ext uri="{FF2B5EF4-FFF2-40B4-BE49-F238E27FC236}">
                <a16:creationId xmlns:a16="http://schemas.microsoft.com/office/drawing/2014/main" id="{3CC903F7-9B14-60AE-A31D-A1D89DC9D456}"/>
              </a:ext>
            </a:extLst>
          </p:cNvPr>
          <p:cNvCxnSpPr>
            <a:stCxn id="6" idx="3"/>
            <a:endCxn id="7" idx="3"/>
          </p:cNvCxnSpPr>
          <p:nvPr/>
        </p:nvCxnSpPr>
        <p:spPr>
          <a:xfrm flipV="1">
            <a:off x="4775597" y="2132602"/>
            <a:ext cx="12700" cy="3436805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717E0B8-575A-1704-0CD9-FA0EBAF67B9F}"/>
              </a:ext>
            </a:extLst>
          </p:cNvPr>
          <p:cNvCxnSpPr>
            <a:stCxn id="2" idx="2"/>
            <a:endCxn id="7" idx="0"/>
          </p:cNvCxnSpPr>
          <p:nvPr/>
        </p:nvCxnSpPr>
        <p:spPr>
          <a:xfrm>
            <a:off x="4125516" y="1222743"/>
            <a:ext cx="0" cy="6741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CA0EFF9-744A-9ABB-9607-06F738E76607}"/>
              </a:ext>
            </a:extLst>
          </p:cNvPr>
          <p:cNvCxnSpPr>
            <a:stCxn id="7" idx="2"/>
            <a:endCxn id="4" idx="0"/>
          </p:cNvCxnSpPr>
          <p:nvPr/>
        </p:nvCxnSpPr>
        <p:spPr>
          <a:xfrm>
            <a:off x="4125516" y="2368345"/>
            <a:ext cx="0" cy="6741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DC5D39C-E985-E38F-E323-2EB0459D7BC8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>
            <a:off x="4125516" y="3513947"/>
            <a:ext cx="0" cy="6741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A5725B4-A1D5-0C74-D694-DE5CF737827A}"/>
              </a:ext>
            </a:extLst>
          </p:cNvPr>
          <p:cNvCxnSpPr>
            <a:cxnSpLocks/>
            <a:stCxn id="3" idx="3"/>
            <a:endCxn id="2" idx="1"/>
          </p:cNvCxnSpPr>
          <p:nvPr/>
        </p:nvCxnSpPr>
        <p:spPr>
          <a:xfrm>
            <a:off x="3064669" y="986999"/>
            <a:ext cx="410766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5356823-3E6F-4C84-20E8-72D81B210603}"/>
              </a:ext>
            </a:extLst>
          </p:cNvPr>
          <p:cNvCxnSpPr>
            <a:stCxn id="5" idx="2"/>
            <a:endCxn id="6" idx="0"/>
          </p:cNvCxnSpPr>
          <p:nvPr/>
        </p:nvCxnSpPr>
        <p:spPr>
          <a:xfrm>
            <a:off x="4125516" y="4659549"/>
            <a:ext cx="0" cy="6741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1E233AA7-76FF-9DBF-45E4-86746EEA2076}"/>
                  </a:ext>
                </a:extLst>
              </p14:cNvPr>
              <p14:cNvContentPartPr/>
              <p14:nvPr/>
            </p14:nvContentPartPr>
            <p14:xfrm>
              <a:off x="2711159" y="3145226"/>
              <a:ext cx="816840" cy="24418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1E233AA7-76FF-9DBF-45E4-86746EEA207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96039" y="3130106"/>
                <a:ext cx="847440" cy="247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78560641-DB67-6CDB-AD0F-2C8810888463}"/>
                  </a:ext>
                </a:extLst>
              </p14:cNvPr>
              <p14:cNvContentPartPr/>
              <p14:nvPr/>
            </p14:nvContentPartPr>
            <p14:xfrm>
              <a:off x="6578202" y="491306"/>
              <a:ext cx="154080" cy="3524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78560641-DB67-6CDB-AD0F-2C881088846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567427" y="480866"/>
                <a:ext cx="175270" cy="37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A3864A7F-9870-E0FE-27E2-9E78DA00A54D}"/>
                  </a:ext>
                </a:extLst>
              </p14:cNvPr>
              <p14:cNvContentPartPr/>
              <p14:nvPr/>
            </p14:nvContentPartPr>
            <p14:xfrm>
              <a:off x="8212602" y="421466"/>
              <a:ext cx="1346400" cy="55296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A3864A7F-9870-E0FE-27E2-9E78DA00A54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201805" y="410673"/>
                <a:ext cx="1367634" cy="57418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420B360A-AD04-495C-49F6-0D4B4716B4A6}"/>
                  </a:ext>
                </a:extLst>
              </p14:cNvPr>
              <p14:cNvContentPartPr/>
              <p14:nvPr/>
            </p14:nvContentPartPr>
            <p14:xfrm>
              <a:off x="6980682" y="475106"/>
              <a:ext cx="849240" cy="48168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420B360A-AD04-495C-49F6-0D4B4716B4A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970246" y="464314"/>
                <a:ext cx="870471" cy="5029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B1C0AB01-2E84-94A6-8EB7-8182169004B6}"/>
                  </a:ext>
                </a:extLst>
              </p14:cNvPr>
              <p14:cNvContentPartPr/>
              <p14:nvPr/>
            </p14:nvContentPartPr>
            <p14:xfrm>
              <a:off x="6491082" y="1251986"/>
              <a:ext cx="328680" cy="32688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B1C0AB01-2E84-94A6-8EB7-8182169004B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480282" y="1241198"/>
                <a:ext cx="349920" cy="34809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C75C7442-5463-2B6F-72AC-8418E30743D0}"/>
                  </a:ext>
                </a:extLst>
              </p14:cNvPr>
              <p14:cNvContentPartPr/>
              <p14:nvPr/>
            </p14:nvContentPartPr>
            <p14:xfrm>
              <a:off x="9880842" y="1070906"/>
              <a:ext cx="1232280" cy="54252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C75C7442-5463-2B6F-72AC-8418E30743D0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870399" y="1060459"/>
                <a:ext cx="1253526" cy="56377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F24AE07E-9C95-16AB-583E-D7FC890683A0}"/>
                  </a:ext>
                </a:extLst>
              </p14:cNvPr>
              <p14:cNvContentPartPr/>
              <p14:nvPr/>
            </p14:nvContentPartPr>
            <p14:xfrm>
              <a:off x="8862042" y="1124546"/>
              <a:ext cx="730440" cy="38916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F24AE07E-9C95-16AB-583E-D7FC890683A0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851602" y="1114096"/>
                <a:ext cx="751680" cy="4104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43E75EEB-B415-0150-2D4B-694F45CFD83B}"/>
                  </a:ext>
                </a:extLst>
              </p14:cNvPr>
              <p14:cNvContentPartPr/>
              <p14:nvPr/>
            </p14:nvContentPartPr>
            <p14:xfrm>
              <a:off x="7006602" y="1151546"/>
              <a:ext cx="1574640" cy="40212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43E75EEB-B415-0150-2D4B-694F45CFD83B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996160" y="1140746"/>
                <a:ext cx="1595885" cy="42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4788B00A-349E-6DBF-FD59-341484A41B7E}"/>
                  </a:ext>
                </a:extLst>
              </p14:cNvPr>
              <p14:cNvContentPartPr/>
              <p14:nvPr/>
            </p14:nvContentPartPr>
            <p14:xfrm>
              <a:off x="6517722" y="2082506"/>
              <a:ext cx="127800" cy="34200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4788B00A-349E-6DBF-FD59-341484A41B7E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507282" y="2071706"/>
                <a:ext cx="149040" cy="36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1A72457E-A5E5-D78E-6A22-62AA5EE6B589}"/>
                  </a:ext>
                </a:extLst>
              </p14:cNvPr>
              <p14:cNvContentPartPr/>
              <p14:nvPr/>
            </p14:nvContentPartPr>
            <p14:xfrm>
              <a:off x="6800682" y="2370506"/>
              <a:ext cx="39240" cy="5976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1A72457E-A5E5-D78E-6A22-62AA5EE6B589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789882" y="2360066"/>
                <a:ext cx="60480" cy="8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76431F0F-31FA-C065-E86E-0356E188709B}"/>
                  </a:ext>
                </a:extLst>
              </p14:cNvPr>
              <p14:cNvContentPartPr/>
              <p14:nvPr/>
            </p14:nvContentPartPr>
            <p14:xfrm>
              <a:off x="7000122" y="1990346"/>
              <a:ext cx="836640" cy="45396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76431F0F-31FA-C065-E86E-0356E188709B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989327" y="1979555"/>
                <a:ext cx="857871" cy="47518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E162E777-5ACE-69DE-D868-0B4B03843CEA}"/>
                  </a:ext>
                </a:extLst>
              </p14:cNvPr>
              <p14:cNvContentPartPr/>
              <p14:nvPr/>
            </p14:nvContentPartPr>
            <p14:xfrm>
              <a:off x="8219802" y="1912226"/>
              <a:ext cx="1861560" cy="51156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E162E777-5ACE-69DE-D868-0B4B03843CEA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8209362" y="1901426"/>
                <a:ext cx="1882800" cy="53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62C50E08-12DF-6FF8-E09F-2733064FC72E}"/>
                  </a:ext>
                </a:extLst>
              </p14:cNvPr>
              <p14:cNvContentPartPr/>
              <p14:nvPr/>
            </p14:nvContentPartPr>
            <p14:xfrm>
              <a:off x="10362522" y="1941746"/>
              <a:ext cx="1159200" cy="48888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62C50E08-12DF-6FF8-E09F-2733064FC72E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0352082" y="1931298"/>
                <a:ext cx="1180440" cy="51013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101570F6-2176-8E1F-6285-B5DB6EE723DE}"/>
                  </a:ext>
                </a:extLst>
              </p14:cNvPr>
              <p14:cNvContentPartPr/>
              <p14:nvPr/>
            </p14:nvContentPartPr>
            <p14:xfrm>
              <a:off x="6115962" y="3609626"/>
              <a:ext cx="13680" cy="720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101570F6-2176-8E1F-6285-B5DB6EE723DE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6105162" y="3599186"/>
                <a:ext cx="34920" cy="2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FDD61A32-C7E4-01D4-2CFC-F3E3852227BD}"/>
                  </a:ext>
                </a:extLst>
              </p14:cNvPr>
              <p14:cNvContentPartPr/>
              <p14:nvPr/>
            </p14:nvContentPartPr>
            <p14:xfrm>
              <a:off x="6256722" y="3046946"/>
              <a:ext cx="924480" cy="43956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FDD61A32-C7E4-01D4-2CFC-F3E3852227BD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6245926" y="3036506"/>
                <a:ext cx="945712" cy="46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A06F39FB-7879-9AD3-C605-CAF293FA72A2}"/>
                  </a:ext>
                </a:extLst>
              </p14:cNvPr>
              <p14:cNvContentPartPr/>
              <p14:nvPr/>
            </p14:nvContentPartPr>
            <p14:xfrm>
              <a:off x="9257322" y="2742746"/>
              <a:ext cx="1581120" cy="659880"/>
            </p14:xfrm>
          </p:contentPart>
        </mc:Choice>
        <mc:Fallback xmlns=""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A06F39FB-7879-9AD3-C605-CAF293FA72A2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9246882" y="2731946"/>
                <a:ext cx="1602360" cy="68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E5BD5043-B986-B958-14F4-69EEEEDAD0AE}"/>
                  </a:ext>
                </a:extLst>
              </p14:cNvPr>
              <p14:cNvContentPartPr/>
              <p14:nvPr/>
            </p14:nvContentPartPr>
            <p14:xfrm>
              <a:off x="7485402" y="2916626"/>
              <a:ext cx="1429200" cy="615960"/>
            </p14:xfrm>
          </p:contentPart>
        </mc:Choice>
        <mc:Fallback xmlns=""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E5BD5043-B986-B958-14F4-69EEEEDAD0AE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7474602" y="2906186"/>
                <a:ext cx="1450440" cy="63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DC17C39F-9CBE-D00D-9206-965DCD56B63E}"/>
                  </a:ext>
                </a:extLst>
              </p14:cNvPr>
              <p14:cNvContentPartPr/>
              <p14:nvPr/>
            </p14:nvContentPartPr>
            <p14:xfrm>
              <a:off x="6618162" y="3843986"/>
              <a:ext cx="878040" cy="455760"/>
            </p14:xfrm>
          </p:contentPart>
        </mc:Choice>
        <mc:Fallback xmlns=""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DC17C39F-9CBE-D00D-9206-965DCD56B63E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6607718" y="3833546"/>
                <a:ext cx="899289" cy="47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C534E497-55A9-E933-0F96-175896CFE593}"/>
                  </a:ext>
                </a:extLst>
              </p14:cNvPr>
              <p14:cNvContentPartPr/>
              <p14:nvPr/>
            </p14:nvContentPartPr>
            <p14:xfrm>
              <a:off x="7529322" y="4025066"/>
              <a:ext cx="194760" cy="187200"/>
            </p14:xfrm>
          </p:contentPart>
        </mc:Choice>
        <mc:Fallback xmlns=""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C534E497-55A9-E933-0F96-175896CFE593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7518522" y="4014266"/>
                <a:ext cx="216000" cy="20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DD492F32-7A94-989C-80FD-3777075DD1E6}"/>
                  </a:ext>
                </a:extLst>
              </p14:cNvPr>
              <p14:cNvContentPartPr/>
              <p14:nvPr/>
            </p14:nvContentPartPr>
            <p14:xfrm>
              <a:off x="9471522" y="3549506"/>
              <a:ext cx="2251080" cy="554760"/>
            </p14:xfrm>
          </p:contentPart>
        </mc:Choice>
        <mc:Fallback xmlns=""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DD492F32-7A94-989C-80FD-3777075DD1E6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9461082" y="3538706"/>
                <a:ext cx="2272320" cy="57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9ECEAF3D-473C-F419-5E11-5E0FA1043753}"/>
                  </a:ext>
                </a:extLst>
              </p14:cNvPr>
              <p14:cNvContentPartPr/>
              <p14:nvPr/>
            </p14:nvContentPartPr>
            <p14:xfrm>
              <a:off x="8078322" y="3763706"/>
              <a:ext cx="1158480" cy="395640"/>
            </p14:xfrm>
          </p:contentPart>
        </mc:Choice>
        <mc:Fallback xmlns=""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9ECEAF3D-473C-F419-5E11-5E0FA1043753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8067882" y="3753266"/>
                <a:ext cx="1179720" cy="41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AD1FE4E0-61D0-65C6-C1C1-1C2D6829D34F}"/>
                  </a:ext>
                </a:extLst>
              </p14:cNvPr>
              <p14:cNvContentPartPr/>
              <p14:nvPr/>
            </p14:nvContentPartPr>
            <p14:xfrm>
              <a:off x="6177522" y="4105346"/>
              <a:ext cx="226440" cy="54000"/>
            </p14:xfrm>
          </p:contentPart>
        </mc:Choice>
        <mc:Fallback xmlns=""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AD1FE4E0-61D0-65C6-C1C1-1C2D6829D34F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6167082" y="4094546"/>
                <a:ext cx="247680" cy="7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021A3628-77D9-B868-375B-56A7EBD8A7B6}"/>
                  </a:ext>
                </a:extLst>
              </p14:cNvPr>
              <p14:cNvContentPartPr/>
              <p14:nvPr/>
            </p14:nvContentPartPr>
            <p14:xfrm>
              <a:off x="6230442" y="4808786"/>
              <a:ext cx="294480" cy="67320"/>
            </p14:xfrm>
          </p:contentPart>
        </mc:Choice>
        <mc:Fallback xmlns=""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021A3628-77D9-B868-375B-56A7EBD8A7B6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6220002" y="4797986"/>
                <a:ext cx="315720" cy="8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5B952F60-5C99-2FA9-0834-FCCF98510088}"/>
                  </a:ext>
                </a:extLst>
              </p14:cNvPr>
              <p14:cNvContentPartPr/>
              <p14:nvPr/>
            </p14:nvContentPartPr>
            <p14:xfrm>
              <a:off x="6691962" y="4574066"/>
              <a:ext cx="784080" cy="459720"/>
            </p14:xfrm>
          </p:contentPart>
        </mc:Choice>
        <mc:Fallback xmlns=""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5B952F60-5C99-2FA9-0834-FCCF98510088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6681162" y="4563626"/>
                <a:ext cx="805320" cy="48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4EDFD109-1F7B-E9E0-B12E-5D7F7FA61576}"/>
                  </a:ext>
                </a:extLst>
              </p14:cNvPr>
              <p14:cNvContentPartPr/>
              <p14:nvPr/>
            </p14:nvContentPartPr>
            <p14:xfrm>
              <a:off x="10161642" y="4665146"/>
              <a:ext cx="275040" cy="157320"/>
            </p14:xfrm>
          </p:contentPart>
        </mc:Choice>
        <mc:Fallback xmlns=""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4EDFD109-1F7B-E9E0-B12E-5D7F7FA61576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0150842" y="4654346"/>
                <a:ext cx="296280" cy="17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CDF1ECE9-26A7-7BD0-BA20-8660E1C4067C}"/>
                  </a:ext>
                </a:extLst>
              </p14:cNvPr>
              <p14:cNvContentPartPr/>
              <p14:nvPr/>
            </p14:nvContentPartPr>
            <p14:xfrm>
              <a:off x="8701482" y="4540586"/>
              <a:ext cx="1092240" cy="348840"/>
            </p14:xfrm>
          </p:contentPart>
        </mc:Choice>
        <mc:Fallback xmlns=""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CDF1ECE9-26A7-7BD0-BA20-8660E1C4067C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8690682" y="4530146"/>
                <a:ext cx="1113480" cy="37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ADE6890A-781B-7E1F-F442-DBAD0F450B80}"/>
                  </a:ext>
                </a:extLst>
              </p14:cNvPr>
              <p14:cNvContentPartPr/>
              <p14:nvPr/>
            </p14:nvContentPartPr>
            <p14:xfrm>
              <a:off x="7710762" y="4520786"/>
              <a:ext cx="770040" cy="461520"/>
            </p14:xfrm>
          </p:contentPart>
        </mc:Choice>
        <mc:Fallback xmlns=""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ADE6890A-781B-7E1F-F442-DBAD0F450B80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7700322" y="4509994"/>
                <a:ext cx="791280" cy="4827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C69C4501-21E1-18AB-93AB-7FC9E954928D}"/>
                  </a:ext>
                </a:extLst>
              </p14:cNvPr>
              <p14:cNvContentPartPr/>
              <p14:nvPr/>
            </p14:nvContentPartPr>
            <p14:xfrm>
              <a:off x="8259402" y="4837586"/>
              <a:ext cx="1694880" cy="639720"/>
            </p14:xfrm>
          </p:contentPart>
        </mc:Choice>
        <mc:Fallback xmlns=""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C69C4501-21E1-18AB-93AB-7FC9E954928D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8248602" y="4827146"/>
                <a:ext cx="1716120" cy="66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74" name="Ink 173">
                <a:extLst>
                  <a:ext uri="{FF2B5EF4-FFF2-40B4-BE49-F238E27FC236}">
                    <a16:creationId xmlns:a16="http://schemas.microsoft.com/office/drawing/2014/main" id="{6C2BF304-2B0B-216C-7235-34EE0307E94C}"/>
                  </a:ext>
                </a:extLst>
              </p14:cNvPr>
              <p14:cNvContentPartPr/>
              <p14:nvPr/>
            </p14:nvContentPartPr>
            <p14:xfrm>
              <a:off x="7000122" y="5036306"/>
              <a:ext cx="870840" cy="673920"/>
            </p14:xfrm>
          </p:contentPart>
        </mc:Choice>
        <mc:Fallback xmlns="">
          <p:pic>
            <p:nvPicPr>
              <p:cNvPr id="174" name="Ink 173">
                <a:extLst>
                  <a:ext uri="{FF2B5EF4-FFF2-40B4-BE49-F238E27FC236}">
                    <a16:creationId xmlns:a16="http://schemas.microsoft.com/office/drawing/2014/main" id="{6C2BF304-2B0B-216C-7235-34EE0307E94C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6989326" y="5025866"/>
                <a:ext cx="892071" cy="69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75" name="Ink 174">
                <a:extLst>
                  <a:ext uri="{FF2B5EF4-FFF2-40B4-BE49-F238E27FC236}">
                    <a16:creationId xmlns:a16="http://schemas.microsoft.com/office/drawing/2014/main" id="{3FCB6175-C8B9-BA04-1821-E5F6C9933EF0}"/>
                  </a:ext>
                </a:extLst>
              </p14:cNvPr>
              <p14:cNvContentPartPr/>
              <p14:nvPr/>
            </p14:nvContentPartPr>
            <p14:xfrm>
              <a:off x="10764282" y="4406666"/>
              <a:ext cx="938160" cy="540000"/>
            </p14:xfrm>
          </p:contentPart>
        </mc:Choice>
        <mc:Fallback xmlns="">
          <p:pic>
            <p:nvPicPr>
              <p:cNvPr id="175" name="Ink 174">
                <a:extLst>
                  <a:ext uri="{FF2B5EF4-FFF2-40B4-BE49-F238E27FC236}">
                    <a16:creationId xmlns:a16="http://schemas.microsoft.com/office/drawing/2014/main" id="{3FCB6175-C8B9-BA04-1821-E5F6C9933EF0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10753842" y="4396226"/>
                <a:ext cx="959400" cy="56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2">
            <p14:nvContentPartPr>
              <p14:cNvPr id="176" name="Ink 175">
                <a:extLst>
                  <a:ext uri="{FF2B5EF4-FFF2-40B4-BE49-F238E27FC236}">
                    <a16:creationId xmlns:a16="http://schemas.microsoft.com/office/drawing/2014/main" id="{0AE6BCE9-04D7-627B-D2A6-6C55E5EAB2E5}"/>
                  </a:ext>
                </a:extLst>
              </p14:cNvPr>
              <p14:cNvContentPartPr/>
              <p14:nvPr/>
            </p14:nvContentPartPr>
            <p14:xfrm>
              <a:off x="5734002" y="2658506"/>
              <a:ext cx="6283080" cy="3570480"/>
            </p14:xfrm>
          </p:contentPart>
        </mc:Choice>
        <mc:Fallback xmlns="">
          <p:pic>
            <p:nvPicPr>
              <p:cNvPr id="176" name="Ink 175">
                <a:extLst>
                  <a:ext uri="{FF2B5EF4-FFF2-40B4-BE49-F238E27FC236}">
                    <a16:creationId xmlns:a16="http://schemas.microsoft.com/office/drawing/2014/main" id="{0AE6BCE9-04D7-627B-D2A6-6C55E5EAB2E5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5725362" y="2649866"/>
                <a:ext cx="6300720" cy="358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77" name="Ink 176">
                <a:extLst>
                  <a:ext uri="{FF2B5EF4-FFF2-40B4-BE49-F238E27FC236}">
                    <a16:creationId xmlns:a16="http://schemas.microsoft.com/office/drawing/2014/main" id="{D9422E01-1104-CE40-7FF8-E10DB5495D78}"/>
                  </a:ext>
                </a:extLst>
              </p14:cNvPr>
              <p14:cNvContentPartPr/>
              <p14:nvPr/>
            </p14:nvContentPartPr>
            <p14:xfrm>
              <a:off x="5633562" y="2551226"/>
              <a:ext cx="6557760" cy="3791520"/>
            </p14:xfrm>
          </p:contentPart>
        </mc:Choice>
        <mc:Fallback xmlns="">
          <p:pic>
            <p:nvPicPr>
              <p:cNvPr id="177" name="Ink 176">
                <a:extLst>
                  <a:ext uri="{FF2B5EF4-FFF2-40B4-BE49-F238E27FC236}">
                    <a16:creationId xmlns:a16="http://schemas.microsoft.com/office/drawing/2014/main" id="{D9422E01-1104-CE40-7FF8-E10DB5495D78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5623122" y="2540786"/>
                <a:ext cx="6579000" cy="381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6">
            <p14:nvContentPartPr>
              <p14:cNvPr id="178" name="Ink 177">
                <a:extLst>
                  <a:ext uri="{FF2B5EF4-FFF2-40B4-BE49-F238E27FC236}">
                    <a16:creationId xmlns:a16="http://schemas.microsoft.com/office/drawing/2014/main" id="{23848907-036E-60F1-3A26-68900D429199}"/>
                  </a:ext>
                </a:extLst>
              </p14:cNvPr>
              <p14:cNvContentPartPr/>
              <p14:nvPr/>
            </p14:nvContentPartPr>
            <p14:xfrm>
              <a:off x="5624202" y="2631866"/>
              <a:ext cx="6531120" cy="3610800"/>
            </p14:xfrm>
          </p:contentPart>
        </mc:Choice>
        <mc:Fallback xmlns="">
          <p:pic>
            <p:nvPicPr>
              <p:cNvPr id="178" name="Ink 177">
                <a:extLst>
                  <a:ext uri="{FF2B5EF4-FFF2-40B4-BE49-F238E27FC236}">
                    <a16:creationId xmlns:a16="http://schemas.microsoft.com/office/drawing/2014/main" id="{23848907-036E-60F1-3A26-68900D429199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5613402" y="2621066"/>
                <a:ext cx="6552360" cy="3632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883433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with a line of dots&#10;&#10;AI-generated content may be incorrect.">
            <a:extLst>
              <a:ext uri="{FF2B5EF4-FFF2-40B4-BE49-F238E27FC236}">
                <a16:creationId xmlns:a16="http://schemas.microsoft.com/office/drawing/2014/main" id="{6CC7DF6E-0E52-FC6B-3895-48A273EBDA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2687" y="1464470"/>
            <a:ext cx="5360194" cy="3573463"/>
          </a:xfrm>
          <a:prstGeom prst="rect">
            <a:avLst/>
          </a:prstGeom>
        </p:spPr>
      </p:pic>
      <p:pic>
        <p:nvPicPr>
          <p:cNvPr id="4" name="regression_40_model.mp4">
            <a:hlinkClick r:id="" action="ppaction://media"/>
            <a:extLst>
              <a:ext uri="{FF2B5EF4-FFF2-40B4-BE49-F238E27FC236}">
                <a16:creationId xmlns:a16="http://schemas.microsoft.com/office/drawing/2014/main" id="{84F366BD-A921-616B-590F-FF6DB8479DB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69120" y="1464469"/>
            <a:ext cx="5360194" cy="3573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986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5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2221021-FA3A-2601-1943-C6BA29B963EC}"/>
              </a:ext>
            </a:extLst>
          </p:cNvPr>
          <p:cNvSpPr txBox="1"/>
          <p:nvPr/>
        </p:nvSpPr>
        <p:spPr>
          <a:xfrm>
            <a:off x="1628775" y="364331"/>
            <a:ext cx="6679406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Incorporating Transient</a:t>
            </a:r>
          </a:p>
          <a:p>
            <a:endParaRPr lang="en-US" dirty="0"/>
          </a:p>
          <a:p>
            <a:r>
              <a:rPr lang="en-US" sz="1400" dirty="0"/>
              <a:t>Effects of magnitude/intensity and duration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1-yr spike (1 yr)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pyramid  (3 yr)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spike/decay (3 yr)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r>
              <a:rPr lang="en-US" sz="1400" dirty="0"/>
              <a:t>Linear regression is blind to the pattern of residuals.  The transient departure is treated as a random residual and it is added to the pool of residuals to calculate variance.</a:t>
            </a:r>
          </a:p>
          <a:p>
            <a:endParaRPr lang="en-US" sz="1400" dirty="0"/>
          </a:p>
          <a:p>
            <a:r>
              <a:rPr lang="en-US" sz="1400" dirty="0"/>
              <a:t>A temporal feature “known” to have happened with known timing, is treated as a probabilistic error (result of random error in the data point that could have happened at any time in the record).</a:t>
            </a:r>
          </a:p>
          <a:p>
            <a:endParaRPr lang="en-US" sz="1400" dirty="0"/>
          </a:p>
          <a:p>
            <a:r>
              <a:rPr lang="en-US" sz="1400" dirty="0"/>
              <a:t>Link to Gambler’s Fallacy tenuous.  Leave out unless clear connection can be simply explained.</a:t>
            </a:r>
          </a:p>
        </p:txBody>
      </p:sp>
    </p:spTree>
    <p:extLst>
      <p:ext uri="{BB962C8B-B14F-4D97-AF65-F5344CB8AC3E}">
        <p14:creationId xmlns:p14="http://schemas.microsoft.com/office/powerpoint/2010/main" val="36363101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07AD7FE-97C4-F901-7E31-A3A5E43903E5}"/>
              </a:ext>
            </a:extLst>
          </p:cNvPr>
          <p:cNvSpPr txBox="1"/>
          <p:nvPr/>
        </p:nvSpPr>
        <p:spPr>
          <a:xfrm>
            <a:off x="428626" y="361204"/>
            <a:ext cx="10001249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Simulating effects of transient on regression</a:t>
            </a:r>
          </a:p>
          <a:p>
            <a:endParaRPr lang="en-US" dirty="0"/>
          </a:p>
          <a:p>
            <a:r>
              <a:rPr lang="en-US" sz="1600" dirty="0"/>
              <a:t>get slope sampling distribution (and variance) with model transients placed systematically within data record (i.e. one fixed transient with Monte Carlo characterization of variability resulting from true random errors).</a:t>
            </a:r>
          </a:p>
          <a:p>
            <a:endParaRPr lang="en-US" sz="1600" dirty="0"/>
          </a:p>
          <a:p>
            <a:r>
              <a:rPr lang="en-US" sz="1600" dirty="0"/>
              <a:t>compare that distribution (will be offset from slope=0 when transient not centered in record) with the distribution from data that complies with regression assumptions and with same variance in residuals (will be centered on slope=0).</a:t>
            </a:r>
          </a:p>
          <a:p>
            <a:endParaRPr lang="en-US" sz="1600" dirty="0"/>
          </a:p>
          <a:p>
            <a:r>
              <a:rPr lang="en-US" sz="1600" dirty="0"/>
              <a:t>That comparison will show effects of treating known departure at known time as a random residual.</a:t>
            </a:r>
          </a:p>
          <a:p>
            <a:endParaRPr lang="en-US" sz="1600" dirty="0"/>
          </a:p>
          <a:p>
            <a:r>
              <a:rPr lang="en-US" sz="1600" dirty="0"/>
              <a:t>Need to extend to effects on Type I error and Power.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3C7B519-B22A-59DA-EBE3-FA95605E359D}"/>
              </a:ext>
            </a:extLst>
          </p:cNvPr>
          <p:cNvGrpSpPr/>
          <p:nvPr/>
        </p:nvGrpSpPr>
        <p:grpSpPr>
          <a:xfrm>
            <a:off x="7122319" y="3900487"/>
            <a:ext cx="4007644" cy="2555856"/>
            <a:chOff x="1807369" y="3736181"/>
            <a:chExt cx="4007644" cy="2555856"/>
          </a:xfrm>
        </p:grpSpPr>
        <p:sp>
          <p:nvSpPr>
            <p:cNvPr id="3" name="Freeform 2">
              <a:extLst>
                <a:ext uri="{FF2B5EF4-FFF2-40B4-BE49-F238E27FC236}">
                  <a16:creationId xmlns:a16="http://schemas.microsoft.com/office/drawing/2014/main" id="{93CB3268-0ECC-22EF-A637-7B8AB0309993}"/>
                </a:ext>
              </a:extLst>
            </p:cNvPr>
            <p:cNvSpPr/>
            <p:nvPr/>
          </p:nvSpPr>
          <p:spPr>
            <a:xfrm>
              <a:off x="2493169" y="3736181"/>
              <a:ext cx="3321844" cy="2150269"/>
            </a:xfrm>
            <a:custGeom>
              <a:avLst/>
              <a:gdLst>
                <a:gd name="connsiteX0" fmla="*/ 150019 w 3321844"/>
                <a:gd name="connsiteY0" fmla="*/ 0 h 2150269"/>
                <a:gd name="connsiteX1" fmla="*/ 150019 w 3321844"/>
                <a:gd name="connsiteY1" fmla="*/ 2150269 h 2150269"/>
                <a:gd name="connsiteX2" fmla="*/ 0 w 3321844"/>
                <a:gd name="connsiteY2" fmla="*/ 2143125 h 2150269"/>
                <a:gd name="connsiteX3" fmla="*/ 3321844 w 3321844"/>
                <a:gd name="connsiteY3" fmla="*/ 2143125 h 2150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21844" h="2150269">
                  <a:moveTo>
                    <a:pt x="150019" y="0"/>
                  </a:moveTo>
                  <a:lnTo>
                    <a:pt x="150019" y="2150269"/>
                  </a:lnTo>
                  <a:lnTo>
                    <a:pt x="0" y="2143125"/>
                  </a:lnTo>
                  <a:lnTo>
                    <a:pt x="3321844" y="2143125"/>
                  </a:ln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4903620-6EF9-B3C9-08B0-26408E3B27B8}"/>
                </a:ext>
              </a:extLst>
            </p:cNvPr>
            <p:cNvSpPr txBox="1"/>
            <p:nvPr/>
          </p:nvSpPr>
          <p:spPr>
            <a:xfrm>
              <a:off x="3064669" y="6015038"/>
              <a:ext cx="220741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position within data record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6EB0E5A-DEE6-5D16-B357-75D0F3CD7E85}"/>
                </a:ext>
              </a:extLst>
            </p:cNvPr>
            <p:cNvSpPr txBox="1"/>
            <p:nvPr/>
          </p:nvSpPr>
          <p:spPr>
            <a:xfrm>
              <a:off x="1807369" y="4534316"/>
              <a:ext cx="6286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slope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7B1CF8E0-8D40-A4D0-CFC5-58D0F227C91F}"/>
              </a:ext>
            </a:extLst>
          </p:cNvPr>
          <p:cNvSpPr txBox="1"/>
          <p:nvPr/>
        </p:nvSpPr>
        <p:spPr>
          <a:xfrm>
            <a:off x="428626" y="4052291"/>
            <a:ext cx="609719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That is where the connection to Gambler’s Fallacy lies.</a:t>
            </a:r>
          </a:p>
          <a:p>
            <a:r>
              <a:rPr lang="en-US" dirty="0"/>
              <a:t>Treating known outcomes as probabilistic (would have been different under repeated measurement).</a:t>
            </a:r>
          </a:p>
          <a:p>
            <a:endParaRPr lang="en-US" dirty="0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1075F57B-E346-7A02-6049-79059CECD10F}"/>
              </a:ext>
            </a:extLst>
          </p:cNvPr>
          <p:cNvSpPr/>
          <p:nvPr/>
        </p:nvSpPr>
        <p:spPr>
          <a:xfrm>
            <a:off x="1207294" y="5150644"/>
            <a:ext cx="2707481" cy="542925"/>
          </a:xfrm>
          <a:custGeom>
            <a:avLst/>
            <a:gdLst>
              <a:gd name="connsiteX0" fmla="*/ 0 w 2707481"/>
              <a:gd name="connsiteY0" fmla="*/ 0 h 542925"/>
              <a:gd name="connsiteX1" fmla="*/ 0 w 2707481"/>
              <a:gd name="connsiteY1" fmla="*/ 542925 h 542925"/>
              <a:gd name="connsiteX2" fmla="*/ 2707481 w 2707481"/>
              <a:gd name="connsiteY2" fmla="*/ 542925 h 542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07481" h="542925">
                <a:moveTo>
                  <a:pt x="0" y="0"/>
                </a:moveTo>
                <a:lnTo>
                  <a:pt x="0" y="542925"/>
                </a:lnTo>
                <a:lnTo>
                  <a:pt x="2707481" y="542925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C95BA9B7-76E8-9CCD-3969-88DDC30B8BD8}"/>
              </a:ext>
            </a:extLst>
          </p:cNvPr>
          <p:cNvSpPr/>
          <p:nvPr/>
        </p:nvSpPr>
        <p:spPr>
          <a:xfrm>
            <a:off x="1207294" y="5953871"/>
            <a:ext cx="2707481" cy="542925"/>
          </a:xfrm>
          <a:custGeom>
            <a:avLst/>
            <a:gdLst>
              <a:gd name="connsiteX0" fmla="*/ 0 w 2707481"/>
              <a:gd name="connsiteY0" fmla="*/ 0 h 542925"/>
              <a:gd name="connsiteX1" fmla="*/ 0 w 2707481"/>
              <a:gd name="connsiteY1" fmla="*/ 542925 h 542925"/>
              <a:gd name="connsiteX2" fmla="*/ 2707481 w 2707481"/>
              <a:gd name="connsiteY2" fmla="*/ 542925 h 542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07481" h="542925">
                <a:moveTo>
                  <a:pt x="0" y="0"/>
                </a:moveTo>
                <a:lnTo>
                  <a:pt x="0" y="542925"/>
                </a:lnTo>
                <a:lnTo>
                  <a:pt x="2707481" y="542925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4BFE91-8701-9E7D-56C5-667D3E311175}"/>
              </a:ext>
            </a:extLst>
          </p:cNvPr>
          <p:cNvSpPr txBox="1"/>
          <p:nvPr/>
        </p:nvSpPr>
        <p:spPr>
          <a:xfrm>
            <a:off x="1691284" y="5693569"/>
            <a:ext cx="17859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position within data record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0324BA-D22B-FE52-290A-C5CA926C4FB4}"/>
              </a:ext>
            </a:extLst>
          </p:cNvPr>
          <p:cNvSpPr txBox="1"/>
          <p:nvPr/>
        </p:nvSpPr>
        <p:spPr>
          <a:xfrm>
            <a:off x="1607940" y="6509982"/>
            <a:ext cx="17859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position within data record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06A698D-DBEA-2EAF-2973-029B672B891F}"/>
              </a:ext>
            </a:extLst>
          </p:cNvPr>
          <p:cNvSpPr txBox="1"/>
          <p:nvPr/>
        </p:nvSpPr>
        <p:spPr>
          <a:xfrm rot="16200000">
            <a:off x="594419" y="5225951"/>
            <a:ext cx="93523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Type I error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6E164BE-F2C7-1E0A-5EC1-B0A11998146D}"/>
              </a:ext>
            </a:extLst>
          </p:cNvPr>
          <p:cNvSpPr txBox="1"/>
          <p:nvPr/>
        </p:nvSpPr>
        <p:spPr>
          <a:xfrm rot="16200000">
            <a:off x="755154" y="6065132"/>
            <a:ext cx="6137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Power</a:t>
            </a: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904E825F-C95C-D4F6-DDF9-CC9DA8EA787B}"/>
              </a:ext>
            </a:extLst>
          </p:cNvPr>
          <p:cNvSpPr/>
          <p:nvPr/>
        </p:nvSpPr>
        <p:spPr>
          <a:xfrm>
            <a:off x="1338147" y="6064978"/>
            <a:ext cx="2405178" cy="242953"/>
          </a:xfrm>
          <a:custGeom>
            <a:avLst/>
            <a:gdLst>
              <a:gd name="connsiteX0" fmla="*/ 4878 w 2405178"/>
              <a:gd name="connsiteY0" fmla="*/ 71503 h 242953"/>
              <a:gd name="connsiteX1" fmla="*/ 97747 w 2405178"/>
              <a:gd name="connsiteY1" fmla="*/ 71503 h 242953"/>
              <a:gd name="connsiteX2" fmla="*/ 669247 w 2405178"/>
              <a:gd name="connsiteY2" fmla="*/ 66 h 242953"/>
              <a:gd name="connsiteX3" fmla="*/ 1147878 w 2405178"/>
              <a:gd name="connsiteY3" fmla="*/ 85791 h 242953"/>
              <a:gd name="connsiteX4" fmla="*/ 1690803 w 2405178"/>
              <a:gd name="connsiteY4" fmla="*/ 192947 h 242953"/>
              <a:gd name="connsiteX5" fmla="*/ 2405178 w 2405178"/>
              <a:gd name="connsiteY5" fmla="*/ 242953 h 242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05178" h="242953">
                <a:moveTo>
                  <a:pt x="4878" y="71503"/>
                </a:moveTo>
                <a:cubicBezTo>
                  <a:pt x="-4052" y="77456"/>
                  <a:pt x="-12981" y="83409"/>
                  <a:pt x="97747" y="71503"/>
                </a:cubicBezTo>
                <a:cubicBezTo>
                  <a:pt x="208475" y="59597"/>
                  <a:pt x="494225" y="-2315"/>
                  <a:pt x="669247" y="66"/>
                </a:cubicBezTo>
                <a:cubicBezTo>
                  <a:pt x="844269" y="2447"/>
                  <a:pt x="1147878" y="85791"/>
                  <a:pt x="1147878" y="85791"/>
                </a:cubicBezTo>
                <a:cubicBezTo>
                  <a:pt x="1318137" y="117938"/>
                  <a:pt x="1481253" y="166753"/>
                  <a:pt x="1690803" y="192947"/>
                </a:cubicBezTo>
                <a:cubicBezTo>
                  <a:pt x="1900353" y="219141"/>
                  <a:pt x="2152765" y="231047"/>
                  <a:pt x="2405178" y="242953"/>
                </a:cubicBezTo>
              </a:path>
            </a:pathLst>
          </a:cu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6AEC6470-4806-9ACB-0F87-53FE0782F890}"/>
              </a:ext>
            </a:extLst>
          </p:cNvPr>
          <p:cNvSpPr/>
          <p:nvPr/>
        </p:nvSpPr>
        <p:spPr>
          <a:xfrm>
            <a:off x="1324722" y="6157913"/>
            <a:ext cx="2432891" cy="217061"/>
          </a:xfrm>
          <a:custGeom>
            <a:avLst/>
            <a:gdLst>
              <a:gd name="connsiteX0" fmla="*/ 4016 w 2432891"/>
              <a:gd name="connsiteY0" fmla="*/ 214312 h 217061"/>
              <a:gd name="connsiteX1" fmla="*/ 54022 w 2432891"/>
              <a:gd name="connsiteY1" fmla="*/ 214312 h 217061"/>
              <a:gd name="connsiteX2" fmla="*/ 382634 w 2432891"/>
              <a:gd name="connsiteY2" fmla="*/ 185737 h 217061"/>
              <a:gd name="connsiteX3" fmla="*/ 1189878 w 2432891"/>
              <a:gd name="connsiteY3" fmla="*/ 114300 h 217061"/>
              <a:gd name="connsiteX4" fmla="*/ 1718516 w 2432891"/>
              <a:gd name="connsiteY4" fmla="*/ 21431 h 217061"/>
              <a:gd name="connsiteX5" fmla="*/ 2432891 w 2432891"/>
              <a:gd name="connsiteY5" fmla="*/ 0 h 217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32891" h="217061">
                <a:moveTo>
                  <a:pt x="4016" y="214312"/>
                </a:moveTo>
                <a:cubicBezTo>
                  <a:pt x="-2533" y="216693"/>
                  <a:pt x="-9081" y="219074"/>
                  <a:pt x="54022" y="214312"/>
                </a:cubicBezTo>
                <a:cubicBezTo>
                  <a:pt x="117125" y="209550"/>
                  <a:pt x="382634" y="185737"/>
                  <a:pt x="382634" y="185737"/>
                </a:cubicBezTo>
                <a:cubicBezTo>
                  <a:pt x="571943" y="169068"/>
                  <a:pt x="967231" y="141684"/>
                  <a:pt x="1189878" y="114300"/>
                </a:cubicBezTo>
                <a:cubicBezTo>
                  <a:pt x="1412525" y="86916"/>
                  <a:pt x="1511347" y="40481"/>
                  <a:pt x="1718516" y="21431"/>
                </a:cubicBezTo>
                <a:cubicBezTo>
                  <a:pt x="1925685" y="2381"/>
                  <a:pt x="2179288" y="1190"/>
                  <a:pt x="2432891" y="0"/>
                </a:cubicBezTo>
              </a:path>
            </a:pathLst>
          </a:cu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AB80713-178D-7E0C-3151-B8D8674E77E7}"/>
              </a:ext>
            </a:extLst>
          </p:cNvPr>
          <p:cNvSpPr txBox="1"/>
          <p:nvPr/>
        </p:nvSpPr>
        <p:spPr>
          <a:xfrm>
            <a:off x="3673618" y="6220441"/>
            <a:ext cx="74402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10% slope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E22DE84-800C-F020-2BC5-1CF5E73B2712}"/>
              </a:ext>
            </a:extLst>
          </p:cNvPr>
          <p:cNvSpPr txBox="1"/>
          <p:nvPr/>
        </p:nvSpPr>
        <p:spPr>
          <a:xfrm>
            <a:off x="3730768" y="6037005"/>
            <a:ext cx="74402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20% slope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A9EF72B-6A39-7E78-D0FF-CA291BF721D9}"/>
              </a:ext>
            </a:extLst>
          </p:cNvPr>
          <p:cNvSpPr txBox="1"/>
          <p:nvPr/>
        </p:nvSpPr>
        <p:spPr>
          <a:xfrm>
            <a:off x="3738981" y="5819944"/>
            <a:ext cx="19110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no transient, same residual variance</a:t>
            </a:r>
          </a:p>
        </p:txBody>
      </p:sp>
    </p:spTree>
    <p:extLst>
      <p:ext uri="{BB962C8B-B14F-4D97-AF65-F5344CB8AC3E}">
        <p14:creationId xmlns:p14="http://schemas.microsoft.com/office/powerpoint/2010/main" val="23358142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49939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BFB9454-AF55-EABA-6C9C-5DEF944C14CB}"/>
              </a:ext>
            </a:extLst>
          </p:cNvPr>
          <p:cNvSpPr txBox="1"/>
          <p:nvPr/>
        </p:nvSpPr>
        <p:spPr>
          <a:xfrm>
            <a:off x="916996" y="756047"/>
            <a:ext cx="10284403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Integrating cross-sectional and longitudinal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‘cross-sectional’ is not really correct with 20% rotation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It’s a matter of integrating longitudinal data with different temporal patterns.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Also, repeat transect sampling is longitudinal at transect scale and at site scale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New transect sampling is cross-sectional at transect scale and longitudinal at </a:t>
            </a:r>
            <a:r>
              <a:rPr lang="en-US"/>
              <a:t>site scale.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58112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924</TotalTime>
  <Words>1428</Words>
  <Application>Microsoft Macintosh PowerPoint</Application>
  <PresentationFormat>Widescreen</PresentationFormat>
  <Paragraphs>222</Paragraphs>
  <Slides>24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Aptos</vt:lpstr>
      <vt:lpstr>Aptos Display</vt:lpstr>
      <vt:lpstr>Arial</vt:lpstr>
      <vt:lpstr>inherit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Pete Dowty</dc:creator>
  <cp:lastModifiedBy>Pete Dowty</cp:lastModifiedBy>
  <cp:revision>4</cp:revision>
  <dcterms:created xsi:type="dcterms:W3CDTF">2024-11-15T20:32:33Z</dcterms:created>
  <dcterms:modified xsi:type="dcterms:W3CDTF">2025-12-07T18:38:40Z</dcterms:modified>
</cp:coreProperties>
</file>